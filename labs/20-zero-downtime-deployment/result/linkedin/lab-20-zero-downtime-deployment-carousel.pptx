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Zero‑Downtime Deployment (ZDD)</a:t>
            </a:r>
          </a:p>
          <a:p/>
          <a:p>
            <a:r>
              <a:t>Mental Model: Graceful shutdown orchestrates traffic routing, preStop delay, and worker drain to avoid downtime.</a:t>
            </a:r>
          </a:p>
          <a:p/>
          <a:p>
            <a:r>
              <a:t>[]</a:t>
            </a:r>
          </a:p>
          <a:p>
            <a:r>
              <a:t>- Zero‑Downtime Deployment Lab</a:t>
            </a:r>
          </a:p>
          <a:p>
            <a:r>
              <a:t>- Penulis: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Deploy tanpa draining memutus request aktif, jobs terhenti, dan schema berubah.</a:t>
            </a:r>
          </a:p>
          <a:p/>
          <a:p>
            <a:r>
              <a:t>Mental Model: In‑flight traffic dan background work harus selesai sebelum pod dimatikan.</a:t>
            </a:r>
          </a:p>
          <a:p/>
          <a:p>
            <a:r>
              <a:t>[DAMPAK]</a:t>
            </a:r>
          </a:p>
          <a:p>
            <a:r>
              <a:t>- Interrupt HTTP: Pengguna menerima 502/504 selama pod terminta</a:t>
            </a:r>
          </a:p>
          <a:p>
            <a:r>
              <a:t>- Job loss: Background worker terhenti meninggalkan state parsial</a:t>
            </a:r>
          </a:p>
          <a:p>
            <a:r>
              <a:t>- Schema clash: Versi lama tidak kompatibel dengan kolom baru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Pengujian sequential tidak meniru interleaving runtime.</a:t>
            </a:r>
          </a:p>
          <a:p/>
          <a:p>
            <a:r>
              <a:t>Mental Model: Manual review tidak dapat meniru timing concurrent traffic.</a:t>
            </a:r>
          </a:p>
          <a:p/>
          <a:p>
            <a:r>
              <a:t>[KELEMAHAN]</a:t>
            </a:r>
          </a:p>
          <a:p>
            <a:r>
              <a:t>- Tidak drain: Server menolak request baru tapi tidak menunggu yang berjalan</a:t>
            </a:r>
          </a:p>
          <a:p>
            <a:r>
              <a:t>- Tidak sync: Tidak ada preStop, load balancer masih mengirim traffic</a:t>
            </a:r>
          </a:p>
          <a:p>
            <a:r>
              <a:t>- DB lock: Schema berubah tiba‑tiba menyebabkan error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Start New Before Stopping Old</a:t>
            </a:r>
          </a:p>
          <a:p/>
          <a:p>
            <a:r>
              <a:t>Mental Model: Model ini memastikan tidak ada downtime dengan menjaga dua versi berjalan simultan.</a:t>
            </a:r>
          </a:p>
          <a:p/>
          <a:p>
            <a:r>
              <a:t>[CO‑EXISTENCE]</a:t>
            </a:r>
          </a:p>
          <a:p>
            <a:r>
              <a:t>- New version launches (Ready): Load balancer routes to new pods</a:t>
            </a:r>
          </a:p>
          <a:p>
            <a:r>
              <a:t>- Old version drains (PreStop): Finishes in‑flight requests &amp; jobs</a:t>
            </a:r>
          </a:p>
          <a:p>
            <a:r>
              <a:t>- Old version terminates (Terminate): Database schema contract completed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Alur Zero‑Downtime Deployment</a:t>
            </a:r>
          </a:p>
          <a:p/>
          <a:p>
            <a:r>
              <a:t>Mental Model: Diagram memperlihatkan urutan health probe, preStop, dan drain.</a:t>
            </a:r>
          </a:p>
          <a:p/>
          <a:p>
            <a:r>
              <a:t>[STEPS]</a:t>
            </a:r>
          </a:p>
          <a:p>
            <a:r>
              <a:t>- Init (Init): Component start, readiness false</a:t>
            </a:r>
          </a:p>
          <a:p>
            <a:r>
              <a:t>- Ready (Ready): Health probe 200, traffic starts</a:t>
            </a:r>
          </a:p>
          <a:p>
            <a:r>
              <a:t>- SIGTERM (PreStop): PreStop delay, drain HTTP &amp; worker</a:t>
            </a:r>
          </a:p>
          <a:p>
            <a:r>
              <a:t>- Terminate (Exit): Pod dies, new version continues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Server graceful shutdown dengan preStop</a:t>
            </a:r>
          </a:p>
          <a:p/>
          <a:p>
            <a:r>
              <a:t>Mental Model: Shutdown menandai tidak ready, menunggu preStop, lalu menutup listener.</a:t>
            </a:r>
          </a:p>
          <a:p/>
          <a:p>
            <a:r>
              <a:t>[internal/server/server.go]</a:t>
            </a:r>
          </a:p>
          <a:p>
            <a:r>
              <a:t>- func (s *Server) Shutdown(ctx context.Context) error {</a:t>
            </a:r>
          </a:p>
          <a:p>
            <a:r>
              <a:t>-     s.SetReady(false)</a:t>
            </a:r>
          </a:p>
          <a:p>
            <a:r>
              <a:t>-     if s.preStop &gt; 0 {</a:t>
            </a:r>
          </a:p>
          <a:p>
            <a:r>
              <a:t>-         select { case &lt;-time.After(s.preStop): case &lt;-ctx.Done(): return ctx.Err() }</a:t>
            </a:r>
          </a:p>
          <a:p>
            <a:r>
              <a:t>-     }</a:t>
            </a:r>
          </a:p>
          <a:p>
            <a:r>
              <a:t>-     return s.srv.Shutdown(ctx)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Tanpa preStop, load balancer masih mengirim request → 502.</a:t>
            </a:r>
          </a:p>
          <a:p/>
          <a:p>
            <a:r>
              <a:t>Mental Model: Path ini menggambarkan konsekuensi jika tidak ada draining.</a:t>
            </a:r>
          </a:p>
          <a:p/>
          <a:p>
            <a:r>
              <a:t>[SERI KEGAGALAN]</a:t>
            </a:r>
          </a:p>
          <a:p>
            <a:r>
              <a:t>- 1. SIGTERM: Pod dies instantly</a:t>
            </a:r>
          </a:p>
          <a:p>
            <a:r>
              <a:t>- 2. In‑flight request: Client receives connection reset</a:t>
            </a:r>
          </a:p>
          <a:p>
            <a:r>
              <a:t>- 3. Worker job: Job terpotong, state inconsistency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Graceful vs Naïve Shutdown</a:t>
            </a:r>
          </a:p>
          <a:p/>
          <a:p>
            <a:r>
              <a:t>Mental Model: Tabel menegaskan keuntungan mekanisme graceful.</a:t>
            </a:r>
          </a:p>
          <a:p/>
          <a:p>
            <a:r>
              <a:t>[PERBANDINGAN]</a:t>
            </a:r>
          </a:p>
          <a:p>
            <a:r>
              <a:t>- Aspect | Graceful (preStop) | Naïve</a:t>
            </a:r>
          </a:p>
          <a:p>
            <a:r>
              <a:t>- Traffic | Drained | Dropped</a:t>
            </a:r>
          </a:p>
          <a:p>
            <a:r>
              <a:t>- Jobs | Completed | Aborted</a:t>
            </a:r>
          </a:p>
          <a:p>
            <a:r>
              <a:t>- DB Schema | Compatible | Conflict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Tiga langkah mitigasi</a:t>
            </a:r>
          </a:p>
          <a:p/>
          <a:p>
            <a:r>
              <a:t>Mental Model: Keputusan berurutan memastikan tidak ada downtime.</a:t>
            </a:r>
          </a:p>
          <a:p/>
          <a:p>
            <a:r>
              <a:t>[MITIGASI]</a:t>
            </a:r>
          </a:p>
          <a:p>
            <a:r>
              <a:t>- 1. Health Probe: Gunakan readiness untuk mengisolasi pod</a:t>
            </a:r>
          </a:p>
          <a:p>
            <a:r>
              <a:t>- 2. PreStop delay: Setidaknya latency routing table</a:t>
            </a:r>
          </a:p>
          <a:p>
            <a:r>
              <a:t>- 3. Expand‑Contract DB: Baca/tulis versi lama &amp; baru simultan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Terminal output demo</a:t>
            </a:r>
          </a:p>
          <a:p/>
          <a:p>
            <a:r>
              <a:t>Mental Model: Output menunjukkan server menandai unready, menunggu preStop, lalu selesai.</a:t>
            </a:r>
          </a:p>
          <a:p/>
          <a:p>
            <a:r>
              <a:t>[Demo run]</a:t>
            </a:r>
          </a:p>
          <a:p>
            <a:r>
              <a:t>- go run ./cmd/demo</a:t>
            </a:r>
          </a:p>
          <a:p>
            <a:r>
              <a:t>- ... SIGTERM received, graceful shutdown completed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Batasan bukti</a:t>
            </a:r>
          </a:p>
          <a:p/>
          <a:p>
            <a:r>
              <a:t>Mental Model: Lab terbatas pada in‑memory server &amp; worker, bukan pada orchestrator cloud.</a:t>
            </a:r>
          </a:p>
          <a:p/>
          <a:p>
            <a:r>
              <a:t>[BATAS]</a:t>
            </a:r>
          </a:p>
          <a:p>
            <a:r>
              <a:t>- Dibuktikan: Graceful shutdown, preStop delay, worker drain</a:t>
            </a:r>
          </a:p>
          <a:p>
            <a:r>
              <a:t>- Tidak dibuktikan: Distributed load balancer latency &gt;1s, real DB DDL lock contention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PreStop vs Fast termination</a:t>
            </a:r>
          </a:p>
          <a:p/>
          <a:p>
            <a:r>
              <a:t>Mental Model: Pilihan tergantung SLA dan toleransi error.</a:t>
            </a:r>
          </a:p>
          <a:p/>
          <a:p>
            <a:r>
              <a:t>[PRO &amp; CON]</a:t>
            </a:r>
          </a:p>
          <a:p>
            <a:r>
              <a:t>- PreStop: Safety, extra latency</a:t>
            </a:r>
          </a:p>
          <a:p>
            <a:r>
              <a:t>- Fast kill: Zero latency but risk 502/504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Worker drain dengan WaitGroup</a:t>
            </a:r>
          </a:p>
          <a:p/>
          <a:p>
            <a:r>
              <a:t>Mental Model: Stop menutup channel, menunggu goroutine, dan memaksa context bila timeout.</a:t>
            </a:r>
          </a:p>
          <a:p/>
          <a:p>
            <a:r>
              <a:t>[internal/worker/worker.go]</a:t>
            </a:r>
          </a:p>
          <a:p>
            <a:r>
              <a:t>- func (w *Worker) Stop(timeout time.Duration) {</a:t>
            </a:r>
          </a:p>
          <a:p>
            <a:r>
              <a:t>-     w.enqueueMu.Lock(); w.stopped.Store(true); close(w.jobChan); w.enqueueMu.Unlock()</a:t>
            </a:r>
          </a:p>
          <a:p>
            <a:r>
              <a:t>-     done := make(chan struct{})</a:t>
            </a:r>
          </a:p>
          <a:p>
            <a:r>
              <a:t>-     go func(){ w.wg.Wait(); close(done) }()</a:t>
            </a:r>
          </a:p>
          <a:p>
            <a:r>
              <a:t>-     select { case &lt;-done: case &lt;-time.After(timeout): w.cancel() }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Sebelum vs Sesudah graceful shutdown</a:t>
            </a:r>
          </a:p>
          <a:p/>
          <a:p>
            <a:r>
              <a:t>Mental Model: Visualisasi perbedaan outcome.</a:t>
            </a:r>
          </a:p>
          <a:p/>
          <a:p>
            <a:r>
              <a:t>[KONDISI]</a:t>
            </a:r>
          </a:p>
          <a:p>
            <a:r>
              <a:t>- Sebelum: Request drop, job loss, schema error</a:t>
            </a:r>
          </a:p>
          <a:p>
            <a:r>
              <a:t>- Sesudah: All in‑flight completed, no DB conflict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Analisis: Health Probe Timing</a:t>
            </a:r>
          </a:p>
          <a:p/>
          <a:p>
            <a:r>
              <a:t>Mental Model: Deep dive per component.</a:t>
            </a:r>
          </a:p>
          <a:p/>
          <a:p>
            <a:r>
              <a:t>[KEY FINDINGS]</a:t>
            </a:r>
          </a:p>
          <a:p>
            <a:r>
              <a:t>- Observation: ...</a:t>
            </a:r>
          </a:p>
          <a:p>
            <a:r>
              <a:t>- Implication: ...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Analisis: PreStop Duration Impact</a:t>
            </a:r>
          </a:p>
          <a:p/>
          <a:p>
            <a:r>
              <a:t>Mental Model: Deep dive per component.</a:t>
            </a:r>
          </a:p>
          <a:p/>
          <a:p>
            <a:r>
              <a:t>[KEY FINDINGS]</a:t>
            </a:r>
          </a:p>
          <a:p>
            <a:r>
              <a:t>- Observation: ...</a:t>
            </a:r>
          </a:p>
          <a:p>
            <a:r>
              <a:t>- Implication: ...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Analisis: Worker Drain Guarantees</a:t>
            </a:r>
          </a:p>
          <a:p/>
          <a:p>
            <a:r>
              <a:t>Mental Model: Deep dive per component.</a:t>
            </a:r>
          </a:p>
          <a:p/>
          <a:p>
            <a:r>
              <a:t>[KEY FINDINGS]</a:t>
            </a:r>
          </a:p>
          <a:p>
            <a:r>
              <a:t>- Observation: ...</a:t>
            </a:r>
          </a:p>
          <a:p>
            <a:r>
              <a:t>- Implication: ...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Analisis: DB Expand‑Contract Compatibility</a:t>
            </a:r>
          </a:p>
          <a:p/>
          <a:p>
            <a:r>
              <a:t>Mental Model: Deep dive per component.</a:t>
            </a:r>
          </a:p>
          <a:p/>
          <a:p>
            <a:r>
              <a:t>[KEY FINDINGS]</a:t>
            </a:r>
          </a:p>
          <a:p>
            <a:r>
              <a:t>- Observation: ...</a:t>
            </a:r>
          </a:p>
          <a:p>
            <a:r>
              <a:t>- Implication: ...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Analisis: End‑to‑End Latency</a:t>
            </a:r>
          </a:p>
          <a:p/>
          <a:p>
            <a:r>
              <a:t>Mental Model: Deep dive per component.</a:t>
            </a:r>
          </a:p>
          <a:p/>
          <a:p>
            <a:r>
              <a:t>[KEY FINDINGS]</a:t>
            </a:r>
          </a:p>
          <a:p>
            <a:r>
              <a:t>- Observation: ...</a:t>
            </a:r>
          </a:p>
          <a:p>
            <a:r>
              <a:t>- Implication: ...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Checklist produksi Zero‑Downtime</a:t>
            </a:r>
          </a:p>
          <a:p/>
          <a:p>
            <a:r>
              <a:t>Mental Model: Langkah‑langkah wajib sebelum release.</a:t>
            </a:r>
          </a:p>
          <a:p/>
          <a:p>
            <a:r>
              <a:t>[PREREQUISITES]</a:t>
            </a:r>
          </a:p>
          <a:p>
            <a:r>
              <a:t>- Implement readiness probe returning 503 until warmup</a:t>
            </a:r>
          </a:p>
          <a:p>
            <a:r>
              <a:t>- Configure preStop hook &gt;= external routing latency</a:t>
            </a:r>
          </a:p>
          <a:p>
            <a:r>
              <a:t>- Use Expand‑Contract DB schema with backward compatible reads/writes</a:t>
            </a:r>
          </a:p>
          <a:p>
            <a:r>
              <a:t>- Ensure worker can drain with timeout and context cancellation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Mengabaikan preStop &amp; readiness</a:t>
            </a:r>
          </a:p>
          <a:p/>
          <a:p>
            <a:r>
              <a:t>Mental Model: Contoh kegagalan yang sering terjadi.</a:t>
            </a:r>
          </a:p>
          <a:p/>
          <a:p>
            <a:r>
              <a:t>[PITFALLS]</a:t>
            </a:r>
          </a:p>
          <a:p>
            <a:r>
              <a:t>- Force kill: Mengakibatkan 502/504</a:t>
            </a:r>
          </a:p>
          <a:p>
            <a:r>
              <a:t>- Schema breaking: Deploy kolom baru tanpa fallback</a:t>
            </a:r>
          </a:p>
          <a:p>
            <a:r>
              <a:t>- Job abort: Background worker terhenti abrupt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Perintah demo lokal</a:t>
            </a:r>
          </a:p>
          <a:p/>
          <a:p>
            <a:r>
              <a:t>Mental Model: Perintah menyiapkan lingkungan dan memverifikasi zero‑downtime.</a:t>
            </a:r>
          </a:p>
          <a:p/>
          <a:p>
            <a:r>
              <a:t>[RUN]</a:t>
            </a:r>
          </a:p>
          <a:p>
            <a:r>
              <a:t>- cd labs/20-zero-downtime-deployment</a:t>
            </a:r>
          </a:p>
          <a:p>
            <a:r>
              <a:t>- go test -v ./...</a:t>
            </a:r>
          </a:p>
          <a:p>
            <a:r>
              <a:t>- go run ./cmd/demo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Desain untuk koeksistensi versi</a:t>
            </a:r>
          </a:p>
          <a:p/>
          <a:p>
            <a:r>
              <a:t>Mental Model: Prinsip ini menjaga uptime selama evolusi sistem.</a:t>
            </a:r>
          </a:p>
          <a:p/>
          <a:p>
            <a:r>
              <a:t>[PILLARS]</a:t>
            </a:r>
          </a:p>
          <a:p>
            <a:r>
              <a:t>- Versioned APIs: Maintain backward compatibility</a:t>
            </a:r>
          </a:p>
          <a:p>
            <a:r>
              <a:t>- Graceful shutdown: Health probes + preStop</a:t>
            </a:r>
          </a:p>
          <a:p>
            <a:r>
              <a:t>- Schema evolution: Expand‑Contract pattern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Zero‑Downtime Deployment bukan kegagalan, melainkan strategi.</a:t>
            </a:r>
          </a:p>
          <a:p/>
          <a:p>
            <a:r>
              <a:t>Mental Model: Penutup menegaskan nilai arsitektural.</a:t>
            </a:r>
          </a:p>
          <a:p/>
          <a:p>
            <a:r>
              <a:t>[DETAILS]</a:t>
            </a:r>
          </a:p>
          <a:p>
            <a:r>
              <a:t>- Repo: https://github.com/lukman-ss/software-engineering-lab/tree/main/labs/20-zero-downtime-deployment</a:t>
            </a:r>
          </a:p>
          <a:p>
            <a:r>
              <a:t>- Commit: &lt;auto&gt;</a:t>
            </a:r>
          </a:p>
          <a:p>
            <a:r>
              <a:t>- Author: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Zero‑Downtime Deployment (ZDD)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1E8"/>
                </a:solidFill>
              </a:defRPr>
            </a:pPr>
            <a:r>
              <a:t>Graceful Shutdown, Traffic Draining, &amp; Expand‑Contract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Lukman / lukman-ss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Deploy tanpa draining memutus request aktif, jobs terhenti, dan schema berubah.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DAMPAK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Interrupt HTTP: Pengguna menerima 502/504 selama pod terminta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Job loss: Background worker terhenti meninggalkan state parsial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Schema clash: Versi lama tidak kompatibel dengan kolom baru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Interrupt HTTP: Pengguna menerima 502/504 selama pod terminta Job loss: Background worker terhenti meninggalkan state parsial Schema clash: Versi lama tidak kompatibel dengan kolom baru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In‑flight traffic dan background work harus selesai sebelum pod dimatikan.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Pengujian sequential tidak meniru interleaving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KELEMAHAN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Tidak drain: Server menolak request baru tapi tidak menunggu yang berjalan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Tidak sync: Tidak ada preStop, load balancer masih mengirim traffic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DB lock: Schema berubah tiba‑tiba menyebabkan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Tidak drain: Server menolak request baru tapi tidak menunggu yang berjalan Tidak sync: Tidak ada preStop, load balancer masih mengirim traffic DB lock: Schema berubah tiba‑tiba menyebabkan 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Manual review tidak dapat meniru timing concurrent traffic.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Start New Before Stopping 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CO‑EXISTENCE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New version launches (Ready): Load balancer routes to new pods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Old version drains (PreStop): Finishes in‑flight requests &amp; jobs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Old version terminates (Terminate): Database schema contract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New version launches (Ready): Load balancer routes to new pods Old version drains (PreStop): Finishes in‑flight requests &amp; jobs Old version terminates (Terminate): Database schema contract 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Model ini memastikan tidak ada downtime dengan menjaga dua versi berjalan simultan.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Alur Zero‑Downtime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STEPS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Init (Init): Component start, readiness false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Ready (Ready): Health probe 200, traffic starts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SIGTERM (PreStop): PreStop delay, drain HTTP &amp; worker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Terminate (Exit): Pod dies, new version continues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Init (Init): Component start, readiness false Ready (Ready): Health probe 200, traffic starts SIGTERM (PreStop): PreStop delay, drain HTTP &amp; worker Terminate (Exit): Pod dies, new version continues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Diagram memperlihatkan urutan health probe, preStop, dan drain.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Server graceful shutdown dengan preStop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func (s *Server) Shutdown(ctx context.Context) error {</a:t>
            </a:r>
            <a:br/>
            <a:r>
              <a:t>    s.SetReady(false)</a:t>
            </a:r>
            <a:br/>
            <a:r>
              <a:t>    if s.preStop &gt; 0 {</a:t>
            </a:r>
            <a:br/>
            <a:r>
              <a:t>        select { case &lt;-time.After(s.preStop): case &lt;-ctx.Done(): return ctx.Err() }</a:t>
            </a:r>
            <a:br/>
            <a:r>
              <a:t>    }</a:t>
            </a:r>
            <a:br/>
            <a:r>
              <a:t>    return s.srv.Shutdown(ctx)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Shutdown menandai tidak ready, menunggu preStop, lalu menutup listener.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Tanpa preStop, load balancer masih mengirim request → 502.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SERI KEGAGALAN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1. SIGTERM: Pod dies instantly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2. In‑flight request: Client receives connection reset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3. Worker job: Job terpotong, state inconsistency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1. SIGTERM: Pod dies instantly 2. In‑flight request: Client receives connection reset 3. Worker job: Job terpotong, state inconsistency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Path ini menggambarkan konsekuensi jika tidak ada draining.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Graceful vs Naïve Shutdown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B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Graceful (preStop)</a:t>
                      </a:r>
                    </a:p>
                  </a:txBody>
                  <a:tcPr>
                    <a:solidFill>
                      <a:srgbClr val="0B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Naïve</a:t>
                      </a:r>
                    </a:p>
                  </a:txBody>
                  <a:tcPr>
                    <a:solidFill>
                      <a:srgbClr val="0B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Drained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Dropped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Aborted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DB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Compatible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Conflict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Tabel menegaskan keuntungan mekanisme graceful.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Tiga langkah mitigasi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MITIGASI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1. Health Probe: Gunakan readiness untuk mengisolasi pod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2. PreStop delay: Setidaknya latency routing table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3. Expand‑Contract DB: Baca/tulis versi lama &amp; baru simultan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1. Health Probe: Gunakan readiness untuk mengisolasi pod 2. PreStop delay: Setidaknya latency routing table 3. Expand‑Contract DB: Baca/tulis versi lama &amp; baru simultan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Keputusan berurutan memastikan tidak ada downtime.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Terminal output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go run ./cmd/demo</a:t>
            </a:r>
            <a:br/>
            <a:r>
              <a:t>... SIGTERM received, graceful shutdown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 menunjukkan server menandai unready, menunggu preStop, lalu selesai.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Batasan bukti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BATAS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Dibuktikan: Graceful shutdown, preStop delay, worker drain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Tidak dibuktikan: Distributed load balancer latency &gt;1s, real DB DDL lock contention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Dibuktikan: Graceful shutdown, preStop delay, worker drain Tidak dibuktikan: Distributed load balancer latency &gt;1s, real DB DDL lock contention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Lab terbatas pada in‑memory server &amp; worker, bukan pada orchestrator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PreStop vs Fast termination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PRO &amp; CON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PreStop: Safety, extra latency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Fast kill: Zero latency but risk 502/504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PreStop: Safety, extra latency Fast kill: Zero latency but risk 502/504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Pilihan tergantung SLA dan toleransi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Worker drain dengan WaitGroup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func (w *Worker) Stop(timeout time.Duration) {</a:t>
            </a:r>
            <a:br/>
            <a:r>
              <a:t>    w.enqueueMu.Lock(); w.stopped.Store(true); close(w.jobChan); w.enqueueMu.Unlock()</a:t>
            </a:r>
            <a:br/>
            <a:r>
              <a:t>    done := make(chan struct{})</a:t>
            </a:r>
            <a:br/>
            <a:r>
              <a:t>    go func(){ w.wg.Wait(); close(done) }()</a:t>
            </a:r>
            <a:br/>
            <a:r>
              <a:t>    select { case &lt;-done: case &lt;-time.After(timeout): w.cancel()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Stop menutup channel, menunggu goroutine, dan memaksa context bila timeout.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Sebelum vs Sesudah graceful shutdown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KONDISI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Sebelum: Request drop, job loss, schema error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Sesudah: All in‑flight completed, no DB conflict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Sebelum: Request drop, job loss, schema error Sesudah: All in‑flight completed, no DB conflict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Visualisasi perbedaan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Analisis: Health Probe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Observation: ...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Implication: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Observation: ... Implication: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Deep dive per component.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Analisis: PreStop Duration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Observation: ...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Implication: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Observation: ... Implication: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Deep dive per component.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Analisis: Worker Drain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Observation: ...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Implication: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Observation: ... Implication: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Deep dive per component.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Analisis: DB Expand‑Contract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Observation: ...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Implication: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Observation: ... Implication: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Deep dive per component.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Analisis: End‑to‑End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Observation: ...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Implication: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Observation: ... Implication: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Deep dive per component.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Checklist produksi Zero‑Downtime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PREREQUISITES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Implement readiness probe returning 503 until warmup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Configure preStop hook &gt;= external routing latency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Use Expand‑Contract DB schema with backward compatible reads/writes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Ensure worker can drain with timeout and context cancellation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Implement readiness probe returning 503 until warmup Configure preStop hook &gt;= external routing latency Use Expand‑Contract DB schema with backward compatible reads/writes Ensure worker can drain with timeout and context cancellation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Langkah‑langkah wajib sebelum release.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Mengabaikan preStop &amp;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PITFALLS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Force kill: Mengakibatkan 502/504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Schema breaking: Deploy kolom baru tanpa fallback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Job abort: Background worker terhenti abrupt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Force kill: Mengakibatkan 502/504 Schema breaking: Deploy kolom baru tanpa fallback Job abort: Background worker terhenti abrupt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Contoh kegagalan yang sering terjadi.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Perintah demo lokal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cd labs/20-zero-downtime-deployment</a:t>
            </a:r>
            <a:br/>
            <a:r>
              <a:t>go test -v ./...</a:t>
            </a:r>
            <a:br/>
            <a:r>
              <a:t>go run ./cmd/demo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Perintah menyiapkan lingkungan dan memverifikasi zero‑downtime.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Desain untuk koeksistensi versi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PILLARS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Versioned APIs: Maintain backward compatibility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Graceful shutdown: Health probes + preStop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Schema evolution: Expand‑Contract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Versioned APIs: Maintain backward compatibility Graceful shutdown: Health probes + preStop Schema evolution: Expand‑Contract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Prinsip ini menjaga uptime selama evolusi sistem.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Zero‑Downtime Deployment bukan kegagalan, melainkan strategi.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Penutup menegaskan nilai arsitektural.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Software Engineering Lab 20 - Zero‑Downtime Deployment (ZDD)</a:t>
            </a:r>
          </a:p>
          <a:p>
            <a:pPr>
              <a:defRPr sz="1200">
                <a:solidFill>
                  <a:srgbClr val="CBD5E1"/>
                </a:solidFill>
              </a:defRPr>
            </a:pPr>
          </a:p>
          <a:p>
            <a:br/>
            <a:pPr>
              <a:defRPr sz="1100" b="1">
                <a:solidFill>
                  <a:srgbClr val="20C997"/>
                </a:solidFill>
              </a:defRPr>
            </a:pPr>
            <a:r>
              <a:t>REPOSITORY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github.com/lukman-ss/software-engineering-lab/tree/main/labs/20-zero-downtime-deployment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774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Lukman / lukman-ss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Sumber: commit &lt;auto&gt;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Test passing dan diverifikasi (Race-Clean Go 1.22).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Simulasi in-memory Store; membuktikan reduksi O(N) ke O(1).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Zero‑Downtime • Graceful Shutdown • Health Probes • PreStop Hook • Expand‑Contract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