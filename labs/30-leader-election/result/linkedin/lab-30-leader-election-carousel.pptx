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Leader Election dengan Fencing Tokens</a:t>
            </a:r>
          </a:p>
          <a:p/>
          <a:p>
            <a:r>
              <a:t>[]</a:t>
            </a:r>
          </a:p>
          <a:p>
            <a:r>
              <a:t>- Retro CRT monitor beige dengan scanlines bercahaya hijau toska</a:t>
            </a:r>
          </a:p>
          <a:p>
            <a:r>
              <a:t>- Diagram terminal interaktif: Node-A vs Node-B lease contention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Masalah Mendasar: Transient Split-Brain</a:t>
            </a:r>
          </a:p>
          <a:p/>
          <a:p>
            <a:r>
              <a:t>Mental Model: A lease grants time-bounded authority; uncoordinated pauses cause silent split-brain writes.</a:t>
            </a:r>
          </a:p>
          <a:p/>
          <a:p>
            <a:r>
              <a:t>[BATAS KENDALI TUNGGAL]</a:t>
            </a:r>
          </a:p>
          <a:p>
            <a:r>
              <a:t>- Sistem terdistribusi menuntut tepat satu primary worker untuk job eksekusi kritis</a:t>
            </a:r>
          </a:p>
          <a:p>
            <a:r>
              <a:t>- Lease-based leader election membatasi masa jabatan pemimpin via Time-To-Live (TTL)</a:t>
            </a:r>
          </a:p>
          <a:p>
            <a:r>
              <a:t>- Leader wajib memperbarui sewa secara periodik sebelum TTL habis (heartbeat renewal)</a:t>
            </a:r>
          </a:p>
          <a:p>
            <a:r>
              <a:t>[ANOMALI ASYNCHRONOUS PAUSE]</a:t>
            </a:r>
          </a:p>
          <a:p>
            <a:r>
              <a:t>- Stop-the-world GC pause atau partisi jaringan dapat menghentikan node lebih lama dari TTL</a:t>
            </a:r>
          </a:p>
          <a:p>
            <a:r>
              <a:t>- Koordinator menganggap leader mati dan melimpahkan kepemimpinan ke node lain</a:t>
            </a:r>
          </a:p>
          <a:p>
            <a:r>
              <a:t>- Node lama terbangun tanpa sadar bahwa masa sewanya telah hangus di koordinator</a:t>
            </a:r>
          </a:p>
          <a:p>
            <a:r>
              <a:t>[BAHAYA DATA OVERWRITE]</a:t>
            </a:r>
          </a:p>
          <a:p>
            <a:r>
              <a:t>- Dua node meyakini dirinya sebagai leader yang sah secara bersamaan (dual-leader window)</a:t>
            </a:r>
          </a:p>
          <a:p>
            <a:r>
              <a:t>- Tulisan lama dari node yang tertunda berisiko menimpa mutasi baru di shared storage</a:t>
            </a:r>
          </a:p>
          <a:p>
            <a:r>
              <a:t>- Lease temporal semata tidak cukup menjamin mutual exclusion mutlak tanpa proteksi token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Mental Model: Pintu Akses &amp; Kartu Bernomor</a:t>
            </a:r>
          </a:p>
          <a:p/>
          <a:p>
            <a:r>
              <a:t>Mental Model: A fencing token converts temporal leases into monotonic ordering enforced by the storage gate.</a:t>
            </a:r>
          </a:p>
          <a:p/>
          <a:p>
            <a:r>
              <a:t>[ANALOGI KARTU AKSES ELEKTRONIK]</a:t>
            </a:r>
          </a:p>
          <a:p>
            <a:r>
              <a:t>- Bayangkan pintu kamar hotel dengan kunci kartu digital sewaan berbatas jam</a:t>
            </a:r>
          </a:p>
          <a:p>
            <a:r>
              <a:t>- Penyewa A lupa memperpanjang sewa tepat waktu karena tertidur di luar ruangan</a:t>
            </a:r>
          </a:p>
          <a:p>
            <a:r>
              <a:t>- Resepsionis (koordinator) menerbitkan kartu baru untuk Penyewa B dengan nomor urut 2</a:t>
            </a:r>
          </a:p>
          <a:p>
            <a:r>
              <a:t>[PENOLAKAN DI GAGANG PINTU]</a:t>
            </a:r>
          </a:p>
          <a:p>
            <a:r>
              <a:t>- Penyewa A terbangun membawa kartu nomor 1 dan mencoba membuka pintu kamar</a:t>
            </a:r>
          </a:p>
          <a:p>
            <a:r>
              <a:t>- Sensor pintu (shared resource) mencatat angka terakhir yang masuk adalah nomor 2</a:t>
            </a:r>
          </a:p>
          <a:p>
            <a:r>
              <a:t>- Pintu menolak akses kartu 1 secara instan karena nomornya kalah urutan</a:t>
            </a:r>
          </a:p>
          <a:p>
            <a:r>
              <a:t>[PRINSIP FENCING MONOTONIK]</a:t>
            </a:r>
          </a:p>
          <a:p>
            <a:r>
              <a:t>- Setiap akuisisi sewa baru wajib menaikkan angka token revision secara strictly increasing</a:t>
            </a:r>
          </a:p>
          <a:p>
            <a:r>
              <a:t>- Resource bersama menolak setiap request dengan incomingToken &lt;= lastSeenToken</a:t>
            </a:r>
          </a:p>
          <a:p>
            <a:r>
              <a:t>- Keamanan ditegakkan pada gerbang data, bukan pada persepsi internal klien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Tiga Pilar Pola Fencing Tokens</a:t>
            </a:r>
          </a:p>
          <a:p/>
          <a:p>
            <a:r>
              <a:t>Mental Model: Coordination issues tokens, candidates campaign and execute, storage enforces strict ordering.</a:t>
            </a:r>
          </a:p>
          <a:p/>
          <a:p>
            <a:r>
              <a:t>[1. LINEARIZABLE COORDINATOR]</a:t>
            </a:r>
          </a:p>
          <a:p>
            <a:r>
              <a:t>- Menyimpan mapping key-lease dan counter revision monotonik global</a:t>
            </a:r>
          </a:p>
          <a:p>
            <a:r>
              <a:t>- Memberikan hak sewa berdurasi TTL dan menerbitkan fencing token baru</a:t>
            </a:r>
          </a:p>
          <a:p>
            <a:r>
              <a:t>- Menolak klaim tumpang tindih selama lease lama masih aktif (ErrLeaseHeld)</a:t>
            </a:r>
          </a:p>
          <a:p>
            <a:r>
              <a:t>[2. ELECTION CANDIDATE (NODE)]</a:t>
            </a:r>
          </a:p>
          <a:p>
            <a:r>
              <a:t>- Menjalankan election loop reaktif: Acquire saat follower, Renew saat leader</a:t>
            </a:r>
          </a:p>
          <a:p>
            <a:r>
              <a:t>- Menyimpan status internal (FOLLOWER vs LEADER) dan salinan lease lokal</a:t>
            </a:r>
          </a:p>
          <a:p>
            <a:r>
              <a:t>- Meneruskan fencing token pada setiap payload penulisan ke shared resource</a:t>
            </a:r>
          </a:p>
          <a:p>
            <a:r>
              <a:t>[3. FENCED STORAGE ENGINE]</a:t>
            </a:r>
          </a:p>
          <a:p>
            <a:r>
              <a:t>- Menyimpan state data bersama dan melacak variabel lastSeenToken</a:t>
            </a:r>
          </a:p>
          <a:p>
            <a:r>
              <a:t>- Menjalankan validasi check-and-set atomik sebelum mutasi diizinkan</a:t>
            </a:r>
          </a:p>
          <a:p>
            <a:r>
              <a:t>- Menolak paket transaksi basi berstatus stale dengan ErrStaleFencingToken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Topologi Sistem &amp; Alur Interaksi Komponen</a:t>
            </a:r>
          </a:p>
          <a:p/>
          <a:p>
            <a:r>
              <a:t>Mental Model: Storage is the ultimate arbiter; nodes never negotiate consistency directly with peers.</a:t>
            </a:r>
          </a:p>
          <a:p/>
          <a:p>
            <a:r>
              <a:t>[DIAGRAM TOPOLOGI KOMPONEN]</a:t>
            </a:r>
          </a:p>
          <a:p>
            <a:r>
              <a:t>- +-------------------+       +-------------------+</a:t>
            </a:r>
          </a:p>
          <a:p>
            <a:r>
              <a:t>- | Node A (Leader)   |       | Node B (Follower) |</a:t>
            </a:r>
          </a:p>
          <a:p>
            <a:r>
              <a:t>- +---------+---------+       +---------+---------+</a:t>
            </a:r>
          </a:p>
          <a:p>
            <a:r>
              <a:t>-           |                           |          </a:t>
            </a:r>
          </a:p>
          <a:p>
            <a:r>
              <a:t>-           | Acquire / Renew / Release |          </a:t>
            </a:r>
          </a:p>
          <a:p>
            <a:r>
              <a:t>-           v                           v          </a:t>
            </a:r>
          </a:p>
          <a:p>
            <a:r>
              <a:t>- +-----------------------------------------------+</a:t>
            </a:r>
          </a:p>
          <a:p>
            <a:r>
              <a:t>- |            Coordinator (In-Memory)            |</a:t>
            </a:r>
          </a:p>
          <a:p>
            <a:r>
              <a:t>- | - leases: map[string]*Lease                   |</a:t>
            </a:r>
          </a:p>
          <a:p>
            <a:r>
              <a:t>- | - revision: int64 (monotonic fencing counter) |</a:t>
            </a:r>
          </a:p>
          <a:p>
            <a:r>
              <a:t>- | - sync.Mutex (linearizable operations)        |</a:t>
            </a:r>
          </a:p>
          <a:p>
            <a:r>
              <a:t>- +-----------------------+-----------------------+</a:t>
            </a:r>
          </a:p>
          <a:p>
            <a:r>
              <a:t>-                         |                        </a:t>
            </a:r>
          </a:p>
          <a:p>
            <a:r>
              <a:t>-                         | Write(author, token, v)</a:t>
            </a:r>
          </a:p>
          <a:p>
            <a:r>
              <a:t>-                         v                        </a:t>
            </a:r>
          </a:p>
          <a:p>
            <a:r>
              <a:t>- +-----------------------------------------------+</a:t>
            </a:r>
          </a:p>
          <a:p>
            <a:r>
              <a:t>- |          FencedStorage (Shared Resource)      |</a:t>
            </a:r>
          </a:p>
          <a:p>
            <a:r>
              <a:t>- | - lastSeenToken: int64                        |</a:t>
            </a:r>
          </a:p>
          <a:p>
            <a:r>
              <a:t>- | - Check-and-set: incomingToken &gt; lastSeenToken|</a:t>
            </a:r>
          </a:p>
          <a:p>
            <a:r>
              <a:t>- +-----------------------------------------------+</a:t>
            </a:r>
          </a:p>
          <a:p>
            <a:r>
              <a:t>[POIN INTERAKSI UTAMA]</a:t>
            </a:r>
          </a:p>
          <a:p>
            <a:r>
              <a:t>- Komunikasi antara Node dan Coordinator terisolasi dari jalur penulisan data</a:t>
            </a:r>
          </a:p>
          <a:p>
            <a:r>
              <a:t>- Node tidak pernah mengkoordinasikan konsistensi data secara langsung antar rekan (peer)</a:t>
            </a:r>
          </a:p>
          <a:p>
            <a:r>
              <a:t>- Shared resource bertindak sebagai benteng pertahanan terakhir konsistensi</a:t>
            </a:r>
          </a:p>
          <a:p>
            <a:r>
              <a:t>[SIFAT IN-MEMORY LAB]</a:t>
            </a:r>
          </a:p>
          <a:p>
            <a:r>
              <a:t>- Seluruh komponen berjalan thread-safe dalam runtime Go murni tanpa dependensi daemon eksternal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Siklus Hidup Kandidat: Follower &amp; Leader</a:t>
            </a:r>
          </a:p>
          <a:p/>
          <a:p>
            <a:r>
              <a:t>Mental Model: Heartbeat renews keep leaders active; missed renewals force an immediate step-down to follower.</a:t>
            </a:r>
          </a:p>
          <a:p/>
          <a:p>
            <a:r>
              <a:t>[KONDISI FOLLOWER]</a:t>
            </a:r>
          </a:p>
          <a:p>
            <a:r>
              <a:t>- State awal setiap node kandidat yang bergabung dalam kluster</a:t>
            </a:r>
          </a:p>
          <a:p>
            <a:r>
              <a:t>- Pada setiap tick interval renewal, memanggil coord.Acquire(key, id, ttl)</a:t>
            </a:r>
          </a:p>
          <a:p>
            <a:r>
              <a:t>- Jika sukses memperoleh lease, beralih ke state LEADER dan menyimpan token</a:t>
            </a:r>
          </a:p>
          <a:p>
            <a:r>
              <a:t>- Jika gagal (ErrLeaseHeld), tetap berstatus FOLLOWER dan menunggu tick berikutnya</a:t>
            </a:r>
          </a:p>
          <a:p>
            <a:r>
              <a:t>[KONDISI LEADER]</a:t>
            </a:r>
          </a:p>
          <a:p>
            <a:r>
              <a:t>- Bertanggung jawab mengeksekusi operasi bisnis dan penulisan berfencing</a:t>
            </a:r>
          </a:p>
          <a:p>
            <a:r>
              <a:t>- Secara periodik memanggil coord.Renew(key, id, token, ttl) sebelum batas waktu habis</a:t>
            </a:r>
          </a:p>
          <a:p>
            <a:r>
              <a:t>- Jika Renew berhasil, batas waktu kadaluwarsa diperpanjang dengan token tetap</a:t>
            </a:r>
          </a:p>
          <a:p>
            <a:r>
              <a:t>- Jika Renew gagal (ErrLeaseExpired / ErrNotLeaseOwner), langsung revert ke FOLLOWER</a:t>
            </a:r>
          </a:p>
          <a:p>
            <a:r>
              <a:t>[SIMULASI PAUSE &amp; PARTISI]</a:t>
            </a:r>
          </a:p>
          <a:p>
            <a:r>
              <a:t>- Panggilan SimulatePause() menahan loop election tanpa mengirim heartbeat</a:t>
            </a:r>
          </a:p>
          <a:p>
            <a:r>
              <a:t>- Node tidak sempat menurunkan statusnya sendiri karena thread dalam keadaan terhenti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Penerbitan Token Monotonik di Koordinator</a:t>
            </a:r>
          </a:p>
          <a:p/>
          <a:p>
            <a:r>
              <a:t>Mental Model: Every newly granted lease atomically increments a global revision counter.</a:t>
            </a:r>
          </a:p>
          <a:p/>
          <a:p>
            <a:r>
              <a:t>[STRUKTUR DATA LEASE]</a:t>
            </a:r>
          </a:p>
          <a:p>
            <a:r>
              <a:t>- type Lease struct {</a:t>
            </a:r>
          </a:p>
          <a:p>
            <a:r>
              <a:t>-     Key          string</a:t>
            </a:r>
          </a:p>
          <a:p>
            <a:r>
              <a:t>-     HolderID     string</a:t>
            </a:r>
          </a:p>
          <a:p>
            <a:r>
              <a:t>-     FencingToken int64</a:t>
            </a:r>
          </a:p>
          <a:p>
            <a:r>
              <a:t>-     ExpiresAt    time.Time</a:t>
            </a:r>
          </a:p>
          <a:p>
            <a:r>
              <a:t>-     TTL          time.Duration</a:t>
            </a:r>
          </a:p>
          <a:p>
            <a:r>
              <a:t>- }</a:t>
            </a:r>
          </a:p>
          <a:p>
            <a:r>
              <a:t>[LOGIKA PENERBITAN TOKEN]</a:t>
            </a:r>
          </a:p>
          <a:p>
            <a:r>
              <a:t>- c.revision++</a:t>
            </a:r>
          </a:p>
          <a:p>
            <a:r>
              <a:t>- lease := &amp;Lease{</a:t>
            </a:r>
          </a:p>
          <a:p>
            <a:r>
              <a:t>-     Key:          key,</a:t>
            </a:r>
          </a:p>
          <a:p>
            <a:r>
              <a:t>-     HolderID:     holderID,</a:t>
            </a:r>
          </a:p>
          <a:p>
            <a:r>
              <a:t>-     FencingToken: c.revision,</a:t>
            </a:r>
          </a:p>
          <a:p>
            <a:r>
              <a:t>-     ExpiresAt:    now.Add(ttl),</a:t>
            </a:r>
          </a:p>
          <a:p>
            <a:r>
              <a:t>-     TTL:          ttl,</a:t>
            </a:r>
          </a:p>
          <a:p>
            <a:r>
              <a:t>- }</a:t>
            </a:r>
          </a:p>
          <a:p>
            <a:r>
              <a:t>- c.leases[key] = lease</a:t>
            </a:r>
          </a:p>
          <a:p>
            <a:r>
              <a:t>[JAMINAN KONSISTENSI]</a:t>
            </a:r>
          </a:p>
          <a:p>
            <a:r>
              <a:t>- Operasi revision++ dilindungi sync.Mutex koordinator secara ketat</a:t>
            </a:r>
          </a:p>
          <a:p>
            <a:r>
              <a:t>- Setiap lease baru dijamin memiliki angka FencingToken yang lebih tinggi</a:t>
            </a:r>
          </a:p>
          <a:p>
            <a:r>
              <a:t>- Salinan nilainya didistribusikan ke pemegang baru sebagai bukti kewenangan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Pemeriksaan Masa Berlaku &amp; Kepemilikan Sewa</a:t>
            </a:r>
          </a:p>
          <a:p/>
          <a:p>
            <a:r>
              <a:t>Mental Model: Active leases block foreign acquisitions but permit idempotent extensions by the rightful holder.</a:t>
            </a:r>
          </a:p>
          <a:p/>
          <a:p>
            <a:r>
              <a:t>[KODE KOORDINATOR ACQUIRE]</a:t>
            </a:r>
          </a:p>
          <a:p>
            <a:r>
              <a:t>- now := time.Now().Add(c.clockOffset)</a:t>
            </a:r>
          </a:p>
          <a:p>
            <a:r>
              <a:t>- existing, found := c.leases[key]</a:t>
            </a:r>
          </a:p>
          <a:p>
            <a:r>
              <a:t>- if found &amp;&amp; now.Before(existing.ExpiresAt) {</a:t>
            </a:r>
          </a:p>
          <a:p>
            <a:r>
              <a:t>-     if existing.HolderID == holderID {</a:t>
            </a:r>
          </a:p>
          <a:p>
            <a:r>
              <a:t>-         existing.ExpiresAt = now.Add(ttl)</a:t>
            </a:r>
          </a:p>
          <a:p>
            <a:r>
              <a:t>-         return copyLease(existing), nil</a:t>
            </a:r>
          </a:p>
          <a:p>
            <a:r>
              <a:t>-     }</a:t>
            </a:r>
          </a:p>
          <a:p>
            <a:r>
              <a:t>-     return nil, ErrLeaseHeld</a:t>
            </a:r>
          </a:p>
          <a:p>
            <a:r>
              <a:t>- }</a:t>
            </a:r>
          </a:p>
          <a:p>
            <a:r>
              <a:t>[IDEMPOTENSI HOLDER SAMA]</a:t>
            </a:r>
          </a:p>
          <a:p>
            <a:r>
              <a:t>- Jika pemanggil adalah pemilik yang sama, expiry diperbarui tanpa menaikkan revision</a:t>
            </a:r>
          </a:p>
          <a:p>
            <a:r>
              <a:t>- Hal ini menjaga stabilitas nomor token selama pemegang kepemimpinan tidak berganti</a:t>
            </a:r>
          </a:p>
          <a:p>
            <a:r>
              <a:t>[PROTEKSI ERR_LEASE_HELD]</a:t>
            </a:r>
          </a:p>
          <a:p>
            <a:r>
              <a:t>- Node kompetitor yang mencoba mengambil alih saat lease aktif akan ditolak mentah-mentah</a:t>
            </a:r>
          </a:p>
          <a:p>
            <a:r>
              <a:t>- Menjamin kepemimpinan tunggal pada kondisi normal tanpa partisi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Mekanisme Perpanjangan Sewa (Renew)</a:t>
            </a:r>
          </a:p>
          <a:p/>
          <a:p>
            <a:r>
              <a:t>Mental Model: Renewals require both an unexpired deadline and an exact match of the holder and token.</a:t>
            </a:r>
          </a:p>
          <a:p/>
          <a:p>
            <a:r>
              <a:t>[IMPLEMENTASI KOORDINATOR RENEW]</a:t>
            </a:r>
          </a:p>
          <a:p>
            <a:r>
              <a:t>- if now.After(existing.ExpiresAt) || now.Equal(existing.ExpiresAt) {</a:t>
            </a:r>
          </a:p>
          <a:p>
            <a:r>
              <a:t>-     delete(c.leases, key)</a:t>
            </a:r>
          </a:p>
          <a:p>
            <a:r>
              <a:t>-     return nil, ErrLeaseExpired</a:t>
            </a:r>
          </a:p>
          <a:p>
            <a:r>
              <a:t>- }</a:t>
            </a:r>
          </a:p>
          <a:p>
            <a:r>
              <a:t>- if existing.HolderID != holderID || existing.FencingToken != token {</a:t>
            </a:r>
          </a:p>
          <a:p>
            <a:r>
              <a:t>-     return nil, ErrNotLeaseOwner</a:t>
            </a:r>
          </a:p>
          <a:p>
            <a:r>
              <a:t>- }</a:t>
            </a:r>
          </a:p>
          <a:p>
            <a:r>
              <a:t>- existing.ExpiresAt = now.Add(ttl)</a:t>
            </a:r>
          </a:p>
          <a:p>
            <a:r>
              <a:t>[CLEANUP OTOMATIS SAAT KADALUWARSA]</a:t>
            </a:r>
          </a:p>
          <a:p>
            <a:r>
              <a:t>- Jika now &gt;= ExpiresAt, lease langsung dihapus dari map dan dikembalikan ErrLeaseExpired</a:t>
            </a:r>
          </a:p>
          <a:p>
            <a:r>
              <a:t>- Kandidat yang telat memperpanjang kehilangan status sewa seketika</a:t>
            </a:r>
          </a:p>
          <a:p>
            <a:r>
              <a:t>[PENCEGAHAN ZOMBIE RENEWAL]</a:t>
            </a:r>
          </a:p>
          <a:p>
            <a:r>
              <a:t>- Validasi existing.FencingToken != token menolak usaha renewal dari leader purba</a:t>
            </a:r>
          </a:p>
          <a:p>
            <a:r>
              <a:t>- Mencegah node yang terlambat bangun merebut kembali lease yang sudah dialihkan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Shared Storage Check-and-Set Gate</a:t>
            </a:r>
          </a:p>
          <a:p/>
          <a:p>
            <a:r>
              <a:t>Mental Model: Reject writes if incomingToken &lt;= lastSeenToken; storage is the final monotonic gatekeeper.</a:t>
            </a:r>
          </a:p>
          <a:p/>
          <a:p>
            <a:r>
              <a:t>[VALIDASI STRICT CHECK-AND-SET]</a:t>
            </a:r>
          </a:p>
          <a:p>
            <a:r>
              <a:t>- func (s *FencedStorage) Write(author string, token int64, value string) error {</a:t>
            </a:r>
          </a:p>
          <a:p>
            <a:r>
              <a:t>-     s.mu.Lock(); defer s.mu.Unlock()</a:t>
            </a:r>
          </a:p>
          <a:p>
            <a:r>
              <a:t>-     if token &lt;= s.lastSeenToken {</a:t>
            </a:r>
          </a:p>
          <a:p>
            <a:r>
              <a:t>-         return fmt.Errorf("%w: token %d &lt;= last seen %d (author: %s)",</a:t>
            </a:r>
          </a:p>
          <a:p>
            <a:r>
              <a:t>-             ErrStaleFencingToken, token, s.lastSeenToken, author)</a:t>
            </a:r>
          </a:p>
          <a:p>
            <a:r>
              <a:t>-     }</a:t>
            </a:r>
          </a:p>
          <a:p>
            <a:r>
              <a:t>-     s.lastSeenToken = token</a:t>
            </a:r>
          </a:p>
          <a:p>
            <a:r>
              <a:t>-     s.records = append(s.records, Record{...})</a:t>
            </a:r>
          </a:p>
          <a:p>
            <a:r>
              <a:t>-     return nil</a:t>
            </a:r>
          </a:p>
          <a:p>
            <a:r>
              <a:t>- }</a:t>
            </a:r>
          </a:p>
          <a:p>
            <a:r>
              <a:t>[SYARAT KETAT: STRICTLY GREATER]</a:t>
            </a:r>
          </a:p>
          <a:p>
            <a:r>
              <a:t>- Perhatikan tanda &lt;= : Token yang sama persis (duplikat) wajib ditolak</a:t>
            </a:r>
          </a:p>
          <a:p>
            <a:r>
              <a:t>- Setiap mutasi yang sah harus memiliki nomor token yang lebih tinggi secara absolut</a:t>
            </a:r>
          </a:p>
          <a:p>
            <a:r>
              <a:t>[ATOMISITAS EKSEKUSI]</a:t>
            </a:r>
          </a:p>
          <a:p>
            <a:r>
              <a:t>- Pemeriksaan token dan append record berada di dalam satu blok s.mu.Lock()</a:t>
            </a:r>
          </a:p>
          <a:p>
            <a:r>
              <a:t>- Menghilangkan window of vulnerability akibat race condition antar worker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Loop Pemilihan Kandidat &amp; Simulasi Pause</a:t>
            </a:r>
          </a:p>
          <a:p/>
          <a:p>
            <a:r>
              <a:t>Mental Model: Periodic election loops react to lease deadlines while pause markers freeze execution safely.</a:t>
            </a:r>
          </a:p>
          <a:p/>
          <a:p>
            <a:r>
              <a:t>[KODE LOOP ELECTION NODE]</a:t>
            </a:r>
          </a:p>
          <a:p>
            <a:r>
              <a:t>- for {</a:t>
            </a:r>
          </a:p>
          <a:p>
            <a:r>
              <a:t>-     select {</a:t>
            </a:r>
          </a:p>
          <a:p>
            <a:r>
              <a:t>-     case &lt;-ctx.Done(): return</a:t>
            </a:r>
          </a:p>
          <a:p>
            <a:r>
              <a:t>-     case now := &lt;-ticker.C:</a:t>
            </a:r>
          </a:p>
          <a:p>
            <a:r>
              <a:t>-         n.mu.Lock()</a:t>
            </a:r>
          </a:p>
          <a:p>
            <a:r>
              <a:t>-         if now.Before(n.pauseUntil) { n.mu.Unlock(); continue }</a:t>
            </a:r>
          </a:p>
          <a:p>
            <a:r>
              <a:t>-         if n.state == StateLeader {</a:t>
            </a:r>
          </a:p>
          <a:p>
            <a:r>
              <a:t>-             renewed, err := n.coord.Renew(...)</a:t>
            </a:r>
          </a:p>
          <a:p>
            <a:r>
              <a:t>-             if err != nil { n.state = StateFollower; n.currentLease = nil }</a:t>
            </a:r>
          </a:p>
          <a:p>
            <a:r>
              <a:t>-         } else {</a:t>
            </a:r>
          </a:p>
          <a:p>
            <a:r>
              <a:t>-             acquired, err := n.coord.Acquire(...)</a:t>
            </a:r>
          </a:p>
          <a:p>
            <a:r>
              <a:t>-             if err == nil { n.state = StateLeader; n.currentLease = acquired }</a:t>
            </a:r>
          </a:p>
          <a:p>
            <a:r>
              <a:t>-         }</a:t>
            </a:r>
          </a:p>
          <a:p>
            <a:r>
              <a:t>-         n.mu.Unlock()</a:t>
            </a:r>
          </a:p>
          <a:p>
            <a:r>
              <a:t>-     }</a:t>
            </a:r>
          </a:p>
          <a:p>
            <a:r>
              <a:t>- }</a:t>
            </a:r>
          </a:p>
          <a:p>
            <a:r>
              <a:t>[SIMULATE PAUSE MONOTONIK]</a:t>
            </a:r>
          </a:p>
          <a:p>
            <a:r>
              <a:t>- n.pauseUntil = time.Now().Add(duration) menahan loop tanpa intervensi OS sinyal</a:t>
            </a:r>
          </a:p>
          <a:p>
            <a:r>
              <a:t>- Mensimulasikan full stop-the-world GC pause atau delay partisi kabel jaringan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Kronologi Kegagalan &amp; Penolakan Stale Write</a:t>
            </a:r>
          </a:p>
          <a:p/>
          <a:p>
            <a:r>
              <a:t>Mental Model: Transient dual-leader states are inevitable; fencing tokens render stale leaders powerless at the gate.</a:t>
            </a:r>
          </a:p>
          <a:p/>
          <a:p>
            <a:r>
              <a:t>[URUTAN WAKTU EKSEKUSI]</a:t>
            </a:r>
          </a:p>
          <a:p>
            <a:r>
              <a:t>- t0: Node A acquire lease -&gt; Token 1 diterbitkan -&gt; Node A jadi Leader</a:t>
            </a:r>
          </a:p>
          <a:p>
            <a:r>
              <a:t>- t1: Node A menulis 'record-1' dengan Token 1 -&gt; Storage menerima (lastSeen=1)</a:t>
            </a:r>
          </a:p>
          <a:p>
            <a:r>
              <a:t>- t2: Node A mengalami Pause 350ms (TTL=200ms) -&gt; Heartbeat berhenti terkirim</a:t>
            </a:r>
          </a:p>
          <a:p>
            <a:r>
              <a:t>- t3: TTL habis di t0+200ms -&gt; Koordinator menandai lease Node A kedaluwarsa</a:t>
            </a:r>
          </a:p>
          <a:p>
            <a:r>
              <a:t>- t4: Node B acquire lease -&gt; Token 2 diterbitkan -&gt; Node B jadi Leader baru</a:t>
            </a:r>
          </a:p>
          <a:p>
            <a:r>
              <a:t>- t5: Node B menulis 'record-2' dengan Token 2 -&gt; Storage menerima (lastSeen=2)</a:t>
            </a:r>
          </a:p>
          <a:p>
            <a:r>
              <a:t>- t6: Node A terbangun dari pause di t2+350ms -&gt; Mengira masih memegang token 1</a:t>
            </a:r>
          </a:p>
          <a:p>
            <a:r>
              <a:t>- t7: Node A menulis dengan Token 1 -&gt; Storage REJECT: Token 1 &lt;= lastSeen 2!</a:t>
            </a:r>
          </a:p>
          <a:p>
            <a:r>
              <a:t>[KONDISI DUAL-LEADER TRANSIENT]</a:t>
            </a:r>
          </a:p>
          <a:p>
            <a:r>
              <a:t>- Pada t6, Node A dan Node B sempat sama-sama meyakini dirinya adalah LEADER</a:t>
            </a:r>
          </a:p>
          <a:p>
            <a:r>
              <a:t>- Sistem terdistribusi asinkron tidak dapat mencegah persepsi ganda sementara ini</a:t>
            </a:r>
          </a:p>
          <a:p>
            <a:r>
              <a:t>- Namun integritas data tetap 100% terjaga berkat rejection di FencedStorage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Eksekusi Demo: Akuisisi Kepemimpinan Awal</a:t>
            </a:r>
          </a:p>
          <a:p/>
          <a:p>
            <a:r>
              <a:t>Mental Model: The winning candidate obtains token 1 and successfully writes to storage initialized at 0.</a:t>
            </a:r>
          </a:p>
          <a:p/>
          <a:p>
            <a:r>
              <a:t>[LOG TERMINAL DEMO FASE 1]</a:t>
            </a:r>
          </a:p>
          <a:p>
            <a:r>
              <a:t>- [DEMO] Memulai 2 kandidat bersaing untuk lease 'app-primary' (TTL: 200ms, Renew: 50ms)...</a:t>
            </a:r>
          </a:p>
          <a:p>
            <a:r>
              <a:t>- [STATUS] Node-A: LEADER | Node-B: FOLLOWER</a:t>
            </a:r>
          </a:p>
          <a:p>
            <a:r>
              <a:t>- [LEADER] Node-A memenangkan pemilihan, token: 1</a:t>
            </a:r>
          </a:p>
          <a:p>
            <a:r>
              <a:t>- [WRITE] Node-A menulis dengan token 1...</a:t>
            </a:r>
          </a:p>
          <a:p>
            <a:r>
              <a:t>- [SUCCESS] Storage menerima tulisan dari Node-A dengan token 1</a:t>
            </a:r>
          </a:p>
          <a:p>
            <a:r>
              <a:t>- [PAUSE] Mensimulasikan stop-the-world GC pause 350ms pada Node-A...</a:t>
            </a:r>
          </a:p>
          <a:p>
            <a:r>
              <a:t>[OBSERVASI PERILAKU]</a:t>
            </a:r>
          </a:p>
          <a:p>
            <a:r>
              <a:t>- Node-A berhasil memperoleh lease pertama dan menerima FencingToken bernilai 1</a:t>
            </a:r>
          </a:p>
          <a:p>
            <a:r>
              <a:t>- Storage mengizinkan penulisan record pertama karena token 1 &gt; lastSeenToken 0</a:t>
            </a:r>
          </a:p>
          <a:p>
            <a:r>
              <a:t>- Nilai lastSeenToken pada FencedStorage diperbarui menjadi 1</a:t>
            </a:r>
          </a:p>
          <a:p>
            <a:r>
              <a:t>[KONDISI STANDBY NODE-B]</a:t>
            </a:r>
          </a:p>
          <a:p>
            <a:r>
              <a:t>- Node-B tetap berstatus FOLLOWER karena Acquire ditolak dengan ErrLeaseHeld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Eksekusi Demo: Failover &amp; Penolakan Mutasi Stale</a:t>
            </a:r>
          </a:p>
          <a:p/>
          <a:p>
            <a:r>
              <a:t>Mental Model: Failover elevates candidate B to token 2, causing the awakened leader A's write to be denied.</a:t>
            </a:r>
          </a:p>
          <a:p/>
          <a:p>
            <a:r>
              <a:t>[LOG TERMINAL DEMO FASE 2]</a:t>
            </a:r>
          </a:p>
          <a:p>
            <a:r>
              <a:t>- [FAILOVER] Node-B mengambil alih kepemimpinan, token baru: 2</a:t>
            </a:r>
          </a:p>
          <a:p>
            <a:r>
              <a:t>- [STATUS] Node-A: LEADER (pause) | Node-B: LEADER</a:t>
            </a:r>
          </a:p>
          <a:p>
            <a:r>
              <a:t>- [WRITE] Node-B menulis dengan token 2...</a:t>
            </a:r>
          </a:p>
          <a:p>
            <a:r>
              <a:t>- [SUCCESS] Storage menerima tulisan dari Node-B dengan token 2</a:t>
            </a:r>
          </a:p>
          <a:p>
            <a:r>
              <a:t>- [RESUME] Node-A terbangun dari pause dan mencoba menulis dengan token lama (1)...</a:t>
            </a:r>
          </a:p>
          <a:p>
            <a:r>
              <a:t>- [FENCING DEFENSE] Storage MENOLAK tulisan dari Node-A!</a:t>
            </a:r>
          </a:p>
          <a:p>
            <a:r>
              <a:t>-   Error: stale fencing token: token 1 &lt;= last seen 2 (author: Node-A)</a:t>
            </a:r>
          </a:p>
          <a:p>
            <a:r>
              <a:t>- [VERIFIKASI] Storage records berisi 2 entri yang sah, split-brain berhasil dicegah!</a:t>
            </a:r>
          </a:p>
          <a:p>
            <a:r>
              <a:t>[BUKTI PENOLAKAN DETERMINISTIK]</a:t>
            </a:r>
          </a:p>
          <a:p>
            <a:r>
              <a:t>- Node-B sukses memvalidasi token 2 di koordinator setelah lease Node-A expired</a:t>
            </a:r>
          </a:p>
          <a:p>
            <a:r>
              <a:t>- Tulisan Node-A pasca-bangun ditolak secara presisi oleh ErrStaleFencingToken</a:t>
            </a:r>
          </a:p>
          <a:p>
            <a:r>
              <a:t>- Tidak ada data corrupt atau overwriting yang terjadi di dalam penyimpanan bersama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Bukti Pengujian Otomatis: 4/4 Test Suites Lulus</a:t>
            </a:r>
          </a:p>
          <a:p/>
          <a:p>
            <a:r>
              <a:t>Mental Model: Unit, failover, and race tests verify the single-leader invariant and monotonic fencing.</a:t>
            </a:r>
          </a:p>
          <a:p/>
          <a:p>
            <a:r>
              <a:t>[LOG EKSEKUSI TEST &amp; RACE DETECTOR]</a:t>
            </a:r>
          </a:p>
          <a:p>
            <a:r>
              <a:t>- === RUN   TestCoordinatorLeaseAcquisitionAndRenewal</a:t>
            </a:r>
          </a:p>
          <a:p>
            <a:r>
              <a:t>- --- PASS: TestCoordinatorLeaseAcquisitionAndRenewal (0.25s)</a:t>
            </a:r>
          </a:p>
          <a:p>
            <a:r>
              <a:t>- === RUN   TestFencedStorageRejectsStaleTokens</a:t>
            </a:r>
          </a:p>
          <a:p>
            <a:r>
              <a:t>- --- PASS: TestFencedStorageRejectsStaleTokens (0.00s)</a:t>
            </a:r>
          </a:p>
          <a:p>
            <a:r>
              <a:t>- === RUN   TestLeaderElectionFailoverAndSplitBrainDefense</a:t>
            </a:r>
          </a:p>
          <a:p>
            <a:r>
              <a:t>- --- PASS: TestLeaderElectionFailoverAndSplitBrainDefense (0.28s)</a:t>
            </a:r>
          </a:p>
          <a:p>
            <a:r>
              <a:t>- === RUN   TestConcurrentElectionRace</a:t>
            </a:r>
          </a:p>
          <a:p>
            <a:r>
              <a:t>- --- PASS: TestConcurrentElectionRace (0.10s)</a:t>
            </a:r>
          </a:p>
          <a:p>
            <a:r>
              <a:t>- PASS: 4 passed in 5 packages (total time: 2.000s, zero race warnings)</a:t>
            </a:r>
          </a:p>
          <a:p>
            <a:r>
              <a:t>[CAKUPAN PENGUJIAN UTAMA]</a:t>
            </a:r>
          </a:p>
          <a:p>
            <a:r>
              <a:t>- TestCoordinatorLeaseAcquisitionAndRenewal: Memvalidasi renewal dan kenaikan revision</a:t>
            </a:r>
          </a:p>
          <a:p>
            <a:r>
              <a:t>- TestFencedStorageRejectsStaleTokens: Menolak pengulangan token dan token mundur</a:t>
            </a:r>
          </a:p>
          <a:p>
            <a:r>
              <a:t>- TestLeaderElectionFailoverAndSplitBrainDefense: Skenario full lifecycle pause &amp; failover</a:t>
            </a:r>
          </a:p>
          <a:p>
            <a:r>
              <a:t>- TestConcurrentElectionRace: 5 kandidat bersaing simultan, tepat 1 leader terpilih</a:t>
            </a:r>
          </a:p>
          <a:p>
            <a:r>
              <a:t>[HASIL ZERO RACE WARNINGS]</a:t>
            </a:r>
          </a:p>
          <a:p>
            <a:r>
              <a:t>- Pengujian dijalankan dengan flag go test -race ./... tanpa terdeteksi data race apa pun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Debat Redlock: Martin Kleppmann vs antirez</a:t>
            </a:r>
          </a:p>
          <a:p/>
          <a:p>
            <a:r>
              <a:t>Mental Model: Distributed locks only optimize efficiency; safety requires monotonic fencing at the resource layer.</a:t>
            </a:r>
          </a:p>
          <a:p/>
          <a:p>
            <a:r>
              <a:t>[KRITIK MARTIN KLEPPMANN (2016)]</a:t>
            </a:r>
          </a:p>
          <a:p>
            <a:r>
              <a:t>- Lock berbasis waktu di Redis (Redlock) mengasumsikan model waktu sinkron semu</a:t>
            </a:r>
          </a:p>
          <a:p>
            <a:r>
              <a:t>- GC pause, swap delay, atau lompatan jam (NTP shift) dapat membuat lock kadaluwarsa</a:t>
            </a:r>
          </a:p>
          <a:p>
            <a:r>
              <a:t>- Klien yang tidak sadar lock-nya habis akan menulis ke storage dan merusak data</a:t>
            </a:r>
          </a:p>
          <a:p>
            <a:r>
              <a:t>- Kesimpulan: Lock service saja tidak cukup; storage wajib melakukan fencing token</a:t>
            </a:r>
          </a:p>
          <a:p>
            <a:r>
              <a:t>[TANGGAPAN SALVATORE SANFILIPPO (ANTIREZ)]</a:t>
            </a:r>
          </a:p>
          <a:p>
            <a:r>
              <a:t>- Redlock dirancang praktis untuk menjamin mutual exclusion probabilistik tinggi</a:t>
            </a:r>
          </a:p>
          <a:p>
            <a:r>
              <a:t>- Jika resource backend mendukung fencing token, algoritma koordinasi apa pun jadi aman</a:t>
            </a:r>
          </a:p>
          <a:p>
            <a:r>
              <a:t>- Redlock tetap sangat efisien untuk tugas yang tidak membutuhkan strict correctness</a:t>
            </a:r>
          </a:p>
          <a:p>
            <a:r>
              <a:t>[KONSENSUS ARSITEKTUR MODERN]</a:t>
            </a:r>
          </a:p>
          <a:p>
            <a:r>
              <a:t>- Gunakan lock sederhana (Redis) untuk optimasi efisiensi (pencegahan duplikasi job)</a:t>
            </a:r>
          </a:p>
          <a:p>
            <a:r>
              <a:t>- Gunakan konsensus terbukti (etcd/ZooKeeper) + fencing token untuk data kritis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Perbandingan Implementasi Sistem Terdistribusi</a:t>
            </a:r>
          </a:p>
          <a:p/>
          <a:p>
            <a:r>
              <a:t>Mental Model: etcd provides revisions, ZooKeeper provides zxids; both offer native monotonic fencing tokens.</a:t>
            </a:r>
          </a:p>
          <a:p/>
          <a:p>
            <a:r>
              <a:t>[TABEL ANALISIS 4 TEKNOLOGI KOORDINASI]</a:t>
            </a:r>
          </a:p>
          <a:p>
            <a:r>
              <a:t>- Sistem    | Mekanisme Pemilihan    | Fencing Token Asli   | Sifat Konsensus</a:t>
            </a:r>
          </a:p>
          <a:p>
            <a:r>
              <a:t>- ----------|------------------------|----------------------|-----------------</a:t>
            </a:r>
          </a:p>
          <a:p>
            <a:r>
              <a:t>- etcd      | Lease + Campaign Keys  | Revision (int64)     | Raft (Strict)</a:t>
            </a:r>
          </a:p>
          <a:p>
            <a:r>
              <a:t>- ZooKeeper | Ephemeral Sequentials  | zxid / Node Version  | ZAB (Strict)</a:t>
            </a:r>
          </a:p>
          <a:p>
            <a:r>
              <a:t>- Consul    | Session TTL + Locks    | ModifyIndex (uint64) | Raft (Strict)</a:t>
            </a:r>
          </a:p>
          <a:p>
            <a:r>
              <a:t>- Redis     | SET NX EX (Redlock)    | Tidak ada bawaan     | Asynchronous</a:t>
            </a:r>
          </a:p>
          <a:p>
            <a:r>
              <a:t>[ETCD REVISION MODEL]</a:t>
            </a:r>
          </a:p>
          <a:p>
            <a:r>
              <a:t>- Revision pada etcd adalah counter 64-bit global yang monotonik bertambah di setiap mutasi</a:t>
            </a:r>
          </a:p>
          <a:p>
            <a:r>
              <a:t>- Kandidat dapat menggunakan revision key saat lease diberikan sebagai fencing token</a:t>
            </a:r>
          </a:p>
          <a:p>
            <a:r>
              <a:t>[ZOOKEEPER ZXID PATTERN]</a:t>
            </a:r>
          </a:p>
          <a:p>
            <a:r>
              <a:t>- ZooKeeper transaction ID (zxid) mencerminkan tatanan kausal total dari seluruh proposal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Pentingnya Jam Monotonik: Hindari NTP Steps</a:t>
            </a:r>
          </a:p>
          <a:p/>
          <a:p>
            <a:r>
              <a:t>Mental Model: Always calculate lease deadlines with monotonic timers; wall-clock shifts corrupt time checks.</a:t>
            </a:r>
          </a:p>
          <a:p/>
          <a:p>
            <a:r>
              <a:t>[BAHAYA WALL-CLOCK (REAL TIME)]</a:t>
            </a:r>
          </a:p>
          <a:p>
            <a:r>
              <a:t>- Wall-clock merefleksikan waktu kalender manusia (UTC / local time)</a:t>
            </a:r>
          </a:p>
          <a:p>
            <a:r>
              <a:t>- Sinkronisasi Network Time Protocol (NTP) dapat menyebabkan waktu melompat maju atau mundur</a:t>
            </a:r>
          </a:p>
          <a:p>
            <a:r>
              <a:t>- Lompatan mundur membuat lease tampak aktif selamanya; lompatan maju mematikan lease prematur</a:t>
            </a:r>
          </a:p>
          <a:p>
            <a:r>
              <a:t>[MONOTONIC CLOCK DI RUNTIME GO]</a:t>
            </a:r>
          </a:p>
          <a:p>
            <a:r>
              <a:t>- Go runtime secara otomatis menyertakan monotonic reading pada panggilan time.Now()</a:t>
            </a:r>
          </a:p>
          <a:p>
            <a:r>
              <a:t>- Operasi durasi seperti time.Since(t) atau now.Before(expiry) membaca os monotonic timer</a:t>
            </a:r>
          </a:p>
          <a:p>
            <a:r>
              <a:t>- Tidak terpengaruh oleh penyesuaian waktu sistem operasi maupun leap second</a:t>
            </a:r>
          </a:p>
          <a:p>
            <a:r>
              <a:t>[PEDOMAN IMPLEMENTASI]</a:t>
            </a:r>
          </a:p>
          <a:p>
            <a:r>
              <a:t>- Gunakan Monotonic Clock untuk internal expiry, renew timeouts, dan heartbeat loop</a:t>
            </a:r>
          </a:p>
          <a:p>
            <a:r>
              <a:t>- Gunakan Wall-Clock HANYA untuk pencatatan log audit manusia dan timestamp tampilan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Mencegah Herd Effect Saat Failover</a:t>
            </a:r>
          </a:p>
          <a:p/>
          <a:p>
            <a:r>
              <a:t>Mental Model: Watch immediate predecessors or add randomized jitter to eliminate thundering herd storms.</a:t>
            </a:r>
          </a:p>
          <a:p/>
          <a:p>
            <a:r>
              <a:t>[PROBLEMATIKA THUNDERING HERD]</a:t>
            </a:r>
          </a:p>
          <a:p>
            <a:r>
              <a:t>- Jika 100 node serentak melakukan polling Acquire saat leader mati, koordinator overload</a:t>
            </a:r>
          </a:p>
          <a:p>
            <a:r>
              <a:t>- Lonjakan network traffic dan lock contention menurunkan responsivitas kluster</a:t>
            </a:r>
          </a:p>
          <a:p>
            <a:r>
              <a:t>[STRATEGI 1: DIRECT PREDECESSOR WATCH]</a:t>
            </a:r>
          </a:p>
          <a:p>
            <a:r>
              <a:t>- Pola klasik ZooKeeper: Setiap kandidat membuat ephemeral sequential node</a:t>
            </a:r>
          </a:p>
          <a:p>
            <a:r>
              <a:t>- Kandidat nomor N HANYA memantau (watch) event penghapusan pada node nomor N-1</a:t>
            </a:r>
          </a:p>
          <a:p>
            <a:r>
              <a:t>- Saat leader gugur, hanya node berikutnya dalam antrean yang terbangun dan berpromosi</a:t>
            </a:r>
          </a:p>
          <a:p>
            <a:r>
              <a:t>[STRATEGI 2: RANDOMIZED EXPONENTIAL BACKOFF]</a:t>
            </a:r>
          </a:p>
          <a:p>
            <a:r>
              <a:t>- Jika menggunakan polling, tambahkan jitter acak pada durasi tunggu kandidat</a:t>
            </a:r>
          </a:p>
          <a:p>
            <a:r>
              <a:t>- Mendistribusikan waktu kedatangan request akuisisi secara merata di timeline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Observabilitas &amp; Metrik Penolakan Fencing</a:t>
            </a:r>
          </a:p>
          <a:p/>
          <a:p>
            <a:r>
              <a:t>Mental Model: A fencing rejection proves safety worked, but frequent rejections signal severe latency spikes.</a:t>
            </a:r>
          </a:p>
          <a:p/>
          <a:p>
            <a:r>
              <a:t>[METRIK UTAMA YANG HARUS DIUKUR]</a:t>
            </a:r>
          </a:p>
          <a:p>
            <a:r>
              <a:t>- fencing_token_rejections_total: Counter tulisan yang ditolak oleh resource gate</a:t>
            </a:r>
          </a:p>
          <a:p>
            <a:r>
              <a:t>- leader_lease_renew_duration_seconds: Latensi round-trip pembaruan heartbeat</a:t>
            </a:r>
          </a:p>
          <a:p>
            <a:r>
              <a:t>- leader_active_duration_seconds: Berapa lama seorang leader mampu mempertahankan jabatan</a:t>
            </a:r>
          </a:p>
          <a:p>
            <a:r>
              <a:t>- candidate_state: Gauge status node (0=Follower, 1=Candidate, 2=Leader)</a:t>
            </a:r>
          </a:p>
          <a:p>
            <a:r>
              <a:t>[SIGNIFIKANSI REJECTION ALERT]</a:t>
            </a:r>
          </a:p>
          <a:p>
            <a:r>
              <a:t>- Satu kali penolakan stale write adalah bukti keberhasilan mekanisme pertahanan split-brain</a:t>
            </a:r>
          </a:p>
          <a:p>
            <a:r>
              <a:t>- Namun lonjakan penolakan menandakan adanya degradasi performa: GC pause parah atau jaringan flap</a:t>
            </a:r>
          </a:p>
          <a:p>
            <a:r>
              <a:t>- Gunakan rejection rate sebagai Early Warning System sebelum kegagalan hardware meluas</a:t>
            </a:r>
          </a:p>
          <a:p>
            <a:r>
              <a:t>[AUDIT TRAIL LOGGING]</a:t>
            </a:r>
          </a:p>
          <a:p>
            <a:r>
              <a:t>- Catat setiap kejadian penolakan dengan menyertakan author ID, token lama, dan token aktif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Checklist Kesiapan Produksi Leader Election</a:t>
            </a:r>
          </a:p>
          <a:p/>
          <a:p>
            <a:r>
              <a:t>Mental Model: Calibrate TTL margins, enforce monotonic fencing at the resource, and verify under race tests.</a:t>
            </a:r>
          </a:p>
          <a:p/>
          <a:p>
            <a:r>
              <a:t>[CHECKLIST PENERAPAN KOORDINASI]</a:t>
            </a:r>
          </a:p>
          <a:p>
            <a:r>
              <a:t>- [ ] TTL lease dikalibrasi berdasarkan p99 durasi GC pause dan network RTT</a:t>
            </a:r>
          </a:p>
          <a:p>
            <a:r>
              <a:t>- [ ] Margin interval renewal diatur minimal 3x lebih cepat dari durasi TTL</a:t>
            </a:r>
          </a:p>
          <a:p>
            <a:r>
              <a:t>- [ ] Koordinator menerbitkan token monotonik strictly increasing di setiap lease baru</a:t>
            </a:r>
          </a:p>
          <a:p>
            <a:r>
              <a:t>- [ ] Resource penyimpanan menerapkan check-and-set atomik (token &lt;= lastSeen -&gt; REJECT)</a:t>
            </a:r>
          </a:p>
          <a:p>
            <a:r>
              <a:t>- [ ] Semua logika durasi dan timeout menggunakan Monotonic Clock</a:t>
            </a:r>
          </a:p>
          <a:p>
            <a:r>
              <a:t>- [ ] Leader melepaskan sewa secara sukarela (Release) saat proses shutdown anggun</a:t>
            </a:r>
          </a:p>
          <a:p>
            <a:r>
              <a:t>- [ ] Metrik dan alerting aktif untuk pemantauan fencing_token_rejections</a:t>
            </a:r>
          </a:p>
          <a:p>
            <a:r>
              <a:t>- [ ] Penanganan herd effect (watch predecessor / jitter backoff) telah diuji</a:t>
            </a:r>
          </a:p>
          <a:p>
            <a:r>
              <a:t>- [ ] Lulus pengujian konkurensi race detector (go test -race)</a:t>
            </a:r>
          </a:p>
          <a:p>
            <a:r>
              <a:t>[ATURAN UTAMA]</a:t>
            </a:r>
          </a:p>
          <a:p>
            <a:r>
              <a:t>- Jangan pernah mempercayai klien untuk menentukan apakah dirinya masih sah sebagai leader</a:t>
            </a:r>
          </a:p>
          <a:p>
            <a:r>
              <a:t>- Pastikan shared resource memiliki otoritas mutlak menolak tulisan basi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Batasan &amp; Lingkup Implementasi Lab 30</a:t>
            </a:r>
          </a:p>
          <a:p/>
          <a:p>
            <a:r>
              <a:t>Mental Model: This lab proves algorithmic correctness in-memory; production relies on consensus engines like etcd.</a:t>
            </a:r>
          </a:p>
          <a:p/>
          <a:p>
            <a:r>
              <a:t>[IN-MEMORY LINEARIZABILITY]</a:t>
            </a:r>
          </a:p>
          <a:p>
            <a:r>
              <a:t>- Koordinator lab menggunakan map in-memory yang dilindungi Go sync.Mutex</a:t>
            </a:r>
          </a:p>
          <a:p>
            <a:r>
              <a:t>- Membuktikan kebenaran algoritma fencing tanpa perlu menjalankan cluster etcd multi-node</a:t>
            </a:r>
          </a:p>
          <a:p>
            <a:r>
              <a:t>- Tidak menyimulasikan crash koordinator atau kehilangan state akibat proses restart</a:t>
            </a:r>
          </a:p>
          <a:p>
            <a:r>
              <a:t>[SIMULASI PAUSE LOKAL]</a:t>
            </a:r>
          </a:p>
          <a:p>
            <a:r>
              <a:t>- Penundaan eksekusi dilakukan via field pauseUntil bukan stop-the-world signal OS nyata</a:t>
            </a:r>
          </a:p>
          <a:p>
            <a:r>
              <a:t>- Tidak memodelkan Byzantine faults atau manipulasi jam sistem yang disengaja</a:t>
            </a:r>
          </a:p>
          <a:p>
            <a:r>
              <a:t>- Parameter lab (TTL 200ms, Renew 50ms) dioptimalkan untuk kecepatan eksekusi demo</a:t>
            </a:r>
          </a:p>
          <a:p>
            <a:r>
              <a:t>[NILAI INTI YANG TERBUKTI]</a:t>
            </a:r>
          </a:p>
          <a:p>
            <a:r>
              <a:t>- Invarian single-leader terbukti deterministik pada pengujian konkuren 5 node</a:t>
            </a:r>
          </a:p>
          <a:p>
            <a:r>
              <a:t>- Pertahanan split-brain melalui penolakan token terbukti 100% menangkal korupsi data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Tiga Prinsip Inti Koordinasi Terdistribusi</a:t>
            </a:r>
          </a:p>
          <a:p/>
          <a:p>
            <a:r>
              <a:t>Mental Model: Time is unreliable; safety demands monotonic ordering validated atomically at the shared resource.</a:t>
            </a:r>
          </a:p>
          <a:p/>
          <a:p>
            <a:r>
              <a:t>[PRINSIP 1: WAKTU ADALAH ILUSI DALAM DISTRIBUTED SYSTEMS]</a:t>
            </a:r>
          </a:p>
          <a:p>
            <a:r>
              <a:t>- Jangan pernah mengandalkan jam fisik atau durasi absolut untuk keamanan data mutlak</a:t>
            </a:r>
          </a:p>
          <a:p>
            <a:r>
              <a:t>- Lease temporal hanya memberikan mutual exclusion probabilistik</a:t>
            </a:r>
          </a:p>
          <a:p>
            <a:r>
              <a:t>- Ubah batas waktu menjadi tatanan logis monotonik yang dapat diverifikasi</a:t>
            </a:r>
          </a:p>
          <a:p>
            <a:r>
              <a:t>[PRINSIP 2: VALIDASI HARUS BERADA DI RESOURCE LAYER]</a:t>
            </a:r>
          </a:p>
          <a:p>
            <a:r>
              <a:t>- Klien yang mengalami pause tidak pernah tahu bahwa dirinya sudah kedaluwarsa</a:t>
            </a:r>
          </a:p>
          <a:p>
            <a:r>
              <a:t>- Klien zombie akan selalu merasa dirinya adalah leader yang sah</a:t>
            </a:r>
          </a:p>
          <a:p>
            <a:r>
              <a:t>- Hanya lapisan penyimpanan bersama yang dapat menjadi gerbang validasi akhir</a:t>
            </a:r>
          </a:p>
          <a:p>
            <a:r>
              <a:t>[PRINSIP 3: STRICT CHECK-AND-SET ATOMIK]</a:t>
            </a:r>
          </a:p>
          <a:p>
            <a:r>
              <a:t>- Terapkan aturan perbandingan tegas: incomingToken &gt; lastSeenToken</a:t>
            </a:r>
          </a:p>
          <a:p>
            <a:r>
              <a:t>- Tolak token yang sama (duplikat) maupun token masa lalu yang lebih rendah</a:t>
            </a:r>
          </a:p>
          <a:p>
            <a:r>
              <a:t>- Kunci atomisitas check-and-set menjamin integritas data dari race condition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Ringkasan Lab 30: Leader Election with Fencing Tokens</a:t>
            </a:r>
          </a:p>
          <a:p/>
          <a:p>
            <a:r>
              <a:t>Mental Model: Leases grant temporary authority; fencing tokens enforce immutable safety at the storage gate.</a:t>
            </a:r>
          </a:p>
          <a:p/>
          <a:p>
            <a:r>
              <a:t>[HASIL VERIFIKASI UTAMA]</a:t>
            </a:r>
          </a:p>
          <a:p>
            <a:r>
              <a:t>- Single-leader invariant terbukti deterministik di bawah balapan 5 kandidat simultan</a:t>
            </a:r>
          </a:p>
          <a:p>
            <a:r>
              <a:t>- Failover otomatis sukses mengambil alih kepemimpinan saat heartbeat leader terhenti</a:t>
            </a:r>
          </a:p>
          <a:p>
            <a:r>
              <a:t>- Shared storage menolak mutasi stale dari leader lama dengan ErrStaleFencingToken</a:t>
            </a:r>
          </a:p>
          <a:p>
            <a:r>
              <a:t>- 4 unit dan race detector test suites lulus sempurna (go test -v -race ./...)</a:t>
            </a:r>
          </a:p>
          <a:p>
            <a:r>
              <a:t>[MENTAL MODEL UTAMA]</a:t>
            </a:r>
          </a:p>
          <a:p>
            <a:r>
              <a:t>- A lease grants time-bounded authority; a fencing token converts that temporal authority</a:t>
            </a:r>
          </a:p>
          <a:p>
            <a:r>
              <a:t>- into a monotonic ordering that shared storage enforces — rejecting stale zombie writes.</a:t>
            </a:r>
          </a:p>
          <a:p>
            <a:r>
              <a:t>[RESOURCES &amp; AUDIT]</a:t>
            </a:r>
          </a:p>
          <a:p>
            <a:r>
              <a:t>- Repository: https://github.com/lukman-ss/software-engineering-lab/tree/main/labs/30-leader-election</a:t>
            </a:r>
          </a:p>
          <a:p>
            <a:r>
              <a:t>- Commit SHA: e963675c67e7d518e19a07ad930dbdb5be73fff1</a:t>
            </a:r>
          </a:p>
          <a:p>
            <a:r>
              <a:t>- Jalankan Demo: go run ./cmd/demo (di folder lab 30)</a:t>
            </a:r>
          </a:p>
          <a:p>
            <a:r>
              <a:t>- Jalankan Test: go test -v -race ./... (di folder lab 30)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Leader Election dengan Fencing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Mencegah Split-Brain &amp; Stale Writes Menggunakan Monotonic Revision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10362895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087F76"/>
                </a:solidFill>
                <a:latin typeface="Courier New"/>
              </a:defRPr>
            </a:pPr>
            <a:r>
              <a:t>&gt; system_check --lab 30 --topic 'leader-election'</a:t>
            </a:r>
            <a:br/>
            <a:r>
              <a:t>&gt; author: Lukman / lukman-ss | status: PRODUCTION VERIFIED</a:t>
            </a:r>
            <a:br/>
            <a:r>
              <a:t>&gt; commit: e963675c | tests: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Masalah Mendasar: Transient Split-Brain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Ketika pause eksekusi melampaui batas waktu lease koordinator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BATAS KENDALI TUNGGAL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Sistem terdistribusi menuntut tepat satu primary worker untuk job eksekusi kritis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Lease-based leader election membatasi masa jabatan pemimpin via Time-To-Live (TTL)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Leader wajib memperbarui sewa secara periodik sebelum TTL habis (heartbeat renewal)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ANOMALI ASYNCHRONOUS PAUSE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Stop-the-world GC pause atau partisi jaringan dapat menghentikan node lebih lama dari TTL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Koordinator menganggap leader mati dan melimpahkan kepemimpinan ke node lain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Node lama terbangun tanpa sadar bahwa masa sewanya telah hangus di koordinator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BAHAYA DATA OVERWRITE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Dua node meyakini dirinya sebagai leader yang sah secara bersamaan (dual-leader window)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Tulisan lama dari node yang tertunda berisiko menimpa mutasi baru di shared storage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Lease temporal semata tidak cukup menjamin mutual exclusion mutlak tanpa proteksi token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 lease grants time-bounded authority; uncoordinated pauses cause silent split-brain writes.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labs/30-leader-election/content/02-master-draft.md:3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Mental Model: Pintu Akses &amp; Kartu Bernomor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Mengubah kewenangan berbasis waktu menjadi urutan angka monotonik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ANALOGI KARTU AKSES ELEKTRONIK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Bayangkan pintu kamar hotel dengan kunci kartu digital sewaan berbatas jam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Penyewa A lupa memperpanjang sewa tepat waktu karena tertidur di luar ruangan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Resepsionis (koordinator) menerbitkan kartu baru untuk Penyewa B dengan nomor urut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PENOLAKAN DI GAGANG PINTU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Penyewa A terbangun membawa kartu nomor 1 dan mencoba membuka pintu kamar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Sensor pintu (shared resource) mencatat angka terakhir yang masuk adalah nomor 2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Pintu menolak akses kartu 1 secara instan karena nomornya kalah urutan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PRINSIP FENCING MONOTONIK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Setiap akuisisi sewa baru wajib menaikkan angka token revision secara strictly increasing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Resource bersama menolak setiap request dengan incomingToken &lt;= lastSeenToken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Keamanan ditegakkan pada gerbang data, bukan pada persepsi internal klien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 fencing token converts temporal leases into monotonic ordering enforced by the storage gate.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labs/30-leader-election/content/01-content-brief.md:6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Tiga Pilar Pola Fencing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Pemisahan tanggung jawab antara koordinasi, kandidat, dan proteksi resource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1. LINEARIZABLE COORDINATOR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Menyimpan mapping key-lease dan counter revision monotonik global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Memberikan hak sewa berdurasi TTL dan menerbitkan fencing token baru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Menolak klaim tumpang tindih selama lease lama masih aktif (ErrLeaseHeld)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2. ELECTION CANDIDATE (NODE)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Menjalankan election loop reaktif: Acquire saat follower, Renew saat leader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Menyimpan status internal (FOLLOWER vs LEADER) dan salinan lease lokal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Meneruskan fencing token pada setiap payload penulisan ke shared resource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3. FENCED STORAGE ENGINE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Menyimpan state data bersama dan melacak variabel lastSeenToken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Menjalankan validasi check-and-set atomik sebelum mutasi diizinkan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Menolak paket transaksi basi berstatus stale dengan ErrStaleFencingToken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Coordination issues tokens, candidates campaign and execute, storage enforces strict ordering.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labs/30-leader-election/engineering/01-design.md:10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Topologi Sistem &amp; Alur Interaksi Komponen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Hubungan relasional antara Node A, Node B, Coordinator, dan Storage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DIAGRAM TOPOLOGI KOMPONEN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+-------------------+       +-------------------+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| Node A (Leader)   |       | Node B (Follower) |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+---------+---------+       +---------+---------+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          |                           |          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          | Acquire / Renew / Release |          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          v                           v          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+-----------------------------------------------+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|            Coordinator (In-Memory)            |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| - leases: map[string]*Lease                   |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| - revision: int64 (monotonic fencing counter) |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| - sync.Mutex (linearizable operations)        |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+-----------------------+-----------------------+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                        |                        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                        | Write(author, token, v)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                        v                        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+-----------------------------------------------+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|          FencedStorage (Shared Resource)      |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| - lastSeenToken: int64                        |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| - Check-and-set: incomingToken &gt; lastSeenToken|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+-----------------------------------------------+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POIN INTERAKSI UTAMA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Komunikasi antara Node dan Coordinator terisolasi dari jalur penulisan data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Node tidak pernah mengkoordinasikan konsistensi data secara langsung antar rekan (peer)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Shared resource bertindak sebagai benteng pertahanan terakhir konsistensi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SIFAT IN-MEMORY LAB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Seluruh komponen berjalan thread-safe dalam runtime Go murni tanpa dependensi daemon eksternal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Storage is the ultimate arbiter; nodes never negotiate consistency directly with peers.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labs/30-leader-election/content/04-diagrams.md:5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Siklus Hidup Kandidat: Follower &amp; Leader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Transisi state deterministik berbasis heartbeat renewal dan akuisisi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KONDISI FOLLOWER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State awal setiap node kandidat yang bergabung dalam kluster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Pada setiap tick interval renewal, memanggil coord.Acquire(key, id, ttl)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sukses memperoleh lease, beralih ke state LEADER dan menyimpan token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gagal (ErrLeaseHeld), tetap berstatus FOLLOWER dan menunggu tick berikutnya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KONDISI LEADER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Bertanggung jawab mengeksekusi operasi bisnis dan penulisan berfencing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Secara periodik memanggil coord.Renew(key, id, token, ttl) sebelum batas waktu habis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Renew berhasil, batas waktu kadaluwarsa diperpanjang dengan token tetap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Renew gagal (ErrLeaseExpired / ErrNotLeaseOwner), langsung revert ke FOLLOWER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SIMULASI PAUSE &amp; PARTISI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Panggilan SimulatePause() menahan loop election tanpa mengirim heartbeat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Node tidak sempat menurunkan statusnya sendiri karena thread dalam keadaan terhenti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Heartbeat renews keep leaders active; missed renewals force an immediate step-down to follower.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labs/30-leader-election/internal/candidate/candidate.go:68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Penerbitan Token Monotonik di Koordinator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Struktur Lease dan increment atomik revision di bawah sync.Mutex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STRUKTUR DATA LEASE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type Lease struct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Key          string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HolderID     string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FencingToken int64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ExpiresAt    time.Time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TTL          time.Duration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LOGIKA PENERBITAN TOKEN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c.revision++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lease := &amp;Lease{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Key:          key,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HolderID:     holderID,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FencingToken: c.revision,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ExpiresAt:    now.Add(ttl),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TTL:          ttl,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}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c.leases[key] = lease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JAMINAN KONSISTENSI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Operasi revision++ dilindungi sync.Mutex koordinator secara ketat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Setiap lease baru dijamin memiliki angka FencingToken yang lebih tinggi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Salinan nilainya didistribusikan ke pemegang baru sebagai bukti kewenangan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Every newly granted lease atomically increments a global revision counter.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labs/30-leader-election/internal/coordinator/coordinator.go:21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Pemeriksaan Masa Berlaku &amp; Kepemilikan Sewa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Mekanisme Acquire mencegah klaim ganda selama lease masih aktif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KODE KOORDINATOR ACQUIRE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now := time.Now().Add(c.clockOffset)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existing, found := c.leases[key]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if found &amp;&amp; now.Before(existing.ExpiresAt)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if existing.HolderID == holderID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existing.ExpiresAt = now.Add(ttl)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return copyLease(existing), nil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}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return nil, ErrLeaseHeld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IDEMPOTENSI HOLDER SAMA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pemanggil adalah pemilik yang sama, expiry diperbarui tanpa menaikkan revision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Hal ini menjaga stabilitas nomor token selama pemegang kepemimpinan tidak berganti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PROTEKSI ERR_LEASE_HELD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Node kompetitor yang mencoba mengambil alih saat lease aktif akan ditolak mentah-mentah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Menjamin kepemimpinan tunggal pada kondisi normal tanpa partisi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Active leases block foreign acquisitions but permit idempotent extensions by the rightful holder.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labs/30-leader-election/internal/coordinator/coordinator.go:37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Mekanisme Perpanjangan Sewa (Renew)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Validasi ganda: masa berlaku waktu dan pencocokan kepemilikan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IMPLEMENTASI KOORDINATOR RENEW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if now.After(existing.ExpiresAt) || now.Equal(existing.ExpiresAt)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delete(c.leases, key)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return nil, ErrLeaseExpired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}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if existing.HolderID != holderID || existing.FencingToken != token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return nil, ErrNotLeaseOwner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}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existing.ExpiresAt = now.Add(ttl)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CLEANUP OTOMATIS SAAT KADALUWARSA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now &gt;= ExpiresAt, lease langsung dihapus dari map dan dikembalikan ErrLeaseExpired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Kandidat yang telat memperpanjang kehilangan status sewa seketika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PENCEGAHAN ZOMBIE RENEWAL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Validasi existing.FencingToken != token menolak usaha renewal dari leader purba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Mencegah node yang terlambat bangun merebut kembali lease yang sudah dialihkan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Renewals require both an unexpired deadline and an exact match of the holder and token.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labs/30-leader-election/internal/coordinator/coordinator.go:76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Shared Storage Check-and-Set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Benteng pertahanan penolakan mutasi stale berbasis perbandingan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VALIDASI STRICT CHECK-AND-SET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func (s *FencedStorage) Write(author string, token int64, value string) error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s.mu.Lock(); defer s.mu.Unlock()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if token &lt;= s.lastSeenToken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return fmt.Errorf("%w: token %d &lt;= last seen %d (author: %s)",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    ErrStaleFencingToken, token, s.lastSeenToken, author)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}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s.lastSeenToken = token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s.records = append(s.records, Record{...})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return nil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SYARAT KETAT: STRICTLY GREATER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Perhatikan tanda &lt;= : Token yang sama persis (duplikat) wajib ditolak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Setiap mutasi yang sah harus memiliki nomor token yang lebih tinggi secara absolut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ATOMISITAS EKSEKUSI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Pemeriksaan token dan append record berada di dalam satu blok s.mu.Lock()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Menghilangkan window of vulnerability akibat race condition antar worker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Reject writes if incomingToken &lt;= lastSeenToken; storage is the final monotonic gatekeeper.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labs/30-leader-election/internal/storage/storage.go:27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Loop Pemilihan Kandidat &amp; Simulasi Pause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Bagaimana kandidat bereaksi terhadap interval waktu dan penundaan eksekusi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27167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KODE LOOP ELECTION NODE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for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select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case &lt;-ctx.Done(): return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case now := &lt;-ticker.C: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n.mu.Lock()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if now.Before(n.pauseUntil) { n.mu.Unlock(); continue }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if n.state == StateLeader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    renewed, err := n.coord.Renew(...)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    if err != nil { n.state = StateFollower; n.currentLease = nil }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} else {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    acquired, err := n.coord.Acquire(...)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    if err == nil { n.state = StateLeader; n.currentLease = acquired }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}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    n.mu.Unlock()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  }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920240"/>
            <a:ext cx="5227167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SIMULATE PAUSE MONOTONIK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n.pauseUntil = time.Now().Add(duration) menahan loop tanpa intervensi OS sinyal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Mensimulasikan full stop-the-world GC pause atau delay partisi kabel jaringan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Periodic election loops react to lease deadlines while pause markers freeze execution safely.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labs/30-leader-election/internal/candidate/candidate.go:106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Kronologi Kegagalan &amp; Penolakan Stale Write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Rekonstruksi detik demi detik pencegahan korupsi data di shared resource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27167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URUTAN WAKTU EKSEKUSI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t0: Node A acquire lease -&gt; Token 1 diterbitkan -&gt; Node A jadi Leader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t1: Node A menulis 'record-1' dengan Token 1 -&gt; Storage menerima (lastSeen=1)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t2: Node A mengalami Pause 350ms (TTL=200ms) -&gt; Heartbeat berhenti terkirim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t3: TTL habis di t0+200ms -&gt; Koordinator menandai lease Node A kedaluwarsa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t4: Node B acquire lease -&gt; Token 2 diterbitkan -&gt; Node B jadi Leader baru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t5: Node B menulis 'record-2' dengan Token 2 -&gt; Storage menerima (lastSeen=2)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t6: Node A terbangun dari pause di t2+350ms -&gt; Mengira masih memegang token 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t7: Node A menulis dengan Token 1 -&gt; Storage REJECT: Token 1 &lt;= lastSeen 2!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920240"/>
            <a:ext cx="5227167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KONDISI DUAL-LEADER TRANSIENT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Pada t6, Node A dan Node B sempat sama-sama meyakini dirinya adalah LEADER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Sistem terdistribusi asinkron tidak dapat mencegah persepsi ganda sementara ini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Namun integritas data tetap 100% terjaga berkat rejection di FencedStorage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Transient dual-leader states are inevitable; fencing tokens render stale leaders powerless at the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labs/30-leader-election/content/04-diagrams.md:46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Eksekusi Demo: Akuisisi Kepemimpinan Awal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Node-A memenangkan kampanye awal dan melakukan penulisan berfencing sah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LOG TERMINAL DEMO FASE 1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[DEMO] Memulai 2 kandidat bersaing untuk lease 'app-primary' (TTL: 200ms, Renew: 50ms)...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[STATUS] Node-A: LEADER | Node-B: FOLLOWER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[LEADER] Node-A memenangkan pemilihan, token: 1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[WRITE] Node-A menulis dengan token 1...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[SUCCESS] Storage menerima tulisan dari Node-A dengan token 1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[PAUSE] Mensimulasikan stop-the-world GC pause 350ms pada Node-A...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OBSERVASI PERILAKU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Node-A berhasil memperoleh lease pertama dan menerima FencingToken bernilai 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Storage mengizinkan penulisan record pertama karena token 1 &gt; lastSeenToken 0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Nilai lastSeenToken pada FencedStorage diperbarui menjadi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KONDISI STANDBY NODE-B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Node-B tetap berstatus FOLLOWER karena Acquire ditolak dengan ErrLeaseHeld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The winning candidate obtains token 1 and successfully writes to storage initialized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labs/30-leader-election/cmd/demo/main.go:37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Eksekusi Demo: Failover &amp; Penolakan Mutasi Stale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Node-B mengambil alih dan request zombie Node-A digagalkan oleh storage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27167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LOG TERMINAL DEMO FASE 2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[FAILOVER] Node-B mengambil alih kepemimpinan, token baru: 2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[STATUS] Node-A: LEADER (pause) | Node-B: LEADER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[WRITE] Node-B menulis dengan token 2...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[SUCCESS] Storage menerima tulisan dari Node-B dengan token 2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[RESUME] Node-A terbangun dari pause dan mencoba menulis dengan token lama (1)...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[FENCING DEFENSE] Storage MENOLAK tulisan dari Node-A!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  Error: stale fencing token: token 1 &lt;= last seen 2 (author: Node-A)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[VERIFIKASI] Storage records berisi 2 entri yang sah, split-brain berhasil dicegah!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920240"/>
            <a:ext cx="5227167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BUKTI PENOLAKAN DETERMINISTIK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Node-B sukses memvalidasi token 2 di koordinator setelah lease Node-A expired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Tulisan Node-A pasca-bangun ditolak secara presisi oleh ErrStaleFencingToken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ada data corrupt atau overwriting yang terjadi di dalam penyimpanan bersama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Failover elevates candidate B to token 2, causing the awakened leader A's write to be denied.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labs/30-leader-election/cmd/demo/main.go:68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Bukti Pengujian Otomatis: 4/4 Test Suites Lulus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Verifikasi formal akuisisi sewa, penolakan token, failover, dan balapan paralel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LOG EKSEKUSI TEST &amp; RACE DETECTOR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=== RUN   TestCoordinatorLeaseAcquisitionAndRenewal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--- PASS: TestCoordinatorLeaseAcquisitionAndRenewal (0.25s)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=== RUN   TestFencedStorageRejectsStaleTokens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--- PASS: TestFencedStorageRejectsStaleTokens (0.00s)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=== RUN   TestLeaderElectionFailoverAndSplitBrainDefense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--- PASS: TestLeaderElectionFailoverAndSplitBrainDefense (0.28s)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=== RUN   TestConcurrentElectionRace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--- PASS: TestConcurrentElectionRace (0.10s)</a:t>
            </a:r>
          </a:p>
          <a:p>
            <a:pPr>
              <a:defRPr sz="1100">
                <a:solidFill>
                  <a:srgbClr val="0B1B2D"/>
                </a:solidFill>
                <a:latin typeface="Courier New"/>
              </a:defRPr>
            </a:pPr>
            <a:r>
              <a:t>  PASS: 4 passed in 5 packages (total time: 2.000s, zero race warnings)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CAKUPAN PENGUJIAN UTAMA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TestCoordinatorLeaseAcquisitionAndRenewal: Memvalidasi renewal dan kenaikan revision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TestFencedStorageRejectsStaleTokens: Menolak pengulangan token dan token mundur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TestLeaderElectionFailoverAndSplitBrainDefense: Skenario full lifecycle pause &amp; failover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TestConcurrentElectionRace: 5 kandidat bersaing simultan, tepat 1 leader terpilih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HASIL ZERO RACE WARNINGS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Pengujian dijalankan dengan flag go test -race ./... tanpa terdeteksi data race apa pun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Unit, failover, and race tests verify the single-leader invariant and monotonic fencing.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labs/30-leader-election/tests/election_test.go:13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Debat Redlock: Martin Kleppmann vs antirez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Mengapa distributed lock tanpa fencing token tidak memadai untuk korektivitas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KRITIK MARTIN KLEPPMANN (2016)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Lock berbasis waktu di Redis (Redlock) mengasumsikan model waktu sinkron semu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GC pause, swap delay, atau lompatan jam (NTP shift) dapat membuat lock kadaluwarsa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Klien yang tidak sadar lock-nya habis akan menulis ke storage dan merusak data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Kesimpulan: Lock service saja tidak cukup; storage wajib melakukan fencing token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TANGGAPAN SALVATORE SANFILIPPO (ANTIREZ)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Redlock dirancang praktis untuk menjamin mutual exclusion probabilistik tinggi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resource backend mendukung fencing token, algoritma koordinasi apa pun jadi aman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Redlock tetap sangat efisien untuk tugas yang tidak membutuhkan strict correctness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KONSENSUS ARSITEKTUR MODERN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Gunakan lock sederhana (Redis) untuk optimasi efisiensi (pencegahan duplikasi job)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Gunakan konsensus terbukti (etcd/ZooKeeper) + fencing token untuk data kritis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Distributed locks only optimize efficiency; safety requires monotonic fencing at the resource layer.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labs/30-leader-election/content/02-master-draft.md:200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Perbandingan Implementasi Sistem Terdistribusi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Bagaimana etcd, ZooKeeper, Consul, dan Redis mengelola pemilihan leader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TABEL ANALISIS 4 TEKNOLOGI KOORDINASI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Sistem    | Mekanisme Pemilihan    | Fencing Token Asli   | Sifat Konsensus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----------|------------------------|----------------------|-----------------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etcd      | Lease + Campaign Keys  | Revision (int64)     | Raft (Strict)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ZooKeeper | Ephemeral Sequentials  | zxid / Node Version  | ZAB (Strict)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Consul    | Session TTL + Locks    | ModifyIndex (uint64) | Raft (Strict)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Redis     | SET NX EX (Redlock)    | Tidak ada bawaan     | Asynchronous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ETCD REVISION MODEL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Revision pada etcd adalah counter 64-bit global yang monotonik bertambah di setiap mutasi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Kandidat dapat menggunakan revision key saat lease diberikan sebagai fencing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ZOOKEEPER ZXID PATTERN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ZooKeeper transaction ID (zxid) mencerminkan tatanan kausal total dari seluruh proposal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etcd provides revisions, ZooKeeper provides zxids; both offer native monotonic fencing tokens.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labs/30-leader-election/content/02-master-draft.md:215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Pentingnya Jam Monotonik: Hindari NTP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Mengapa wall-clock dilarang keras untuk pengukuran durasi lease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BAHAYA WALL-CLOCK (REAL TIME)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Wall-clock merefleksikan waktu kalender manusia (UTC / local time)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Sinkronisasi Network Time Protocol (NTP) dapat menyebabkan waktu melompat maju atau mundur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Lompatan mundur membuat lease tampak aktif selamanya; lompatan maju mematikan lease prematur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MONOTONIC CLOCK DI RUNTIME GO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Go runtime secara otomatis menyertakan monotonic reading pada panggilan time.Now()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Operasi durasi seperti time.Since(t) atau now.Before(expiry) membaca os monotonic timer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terpengaruh oleh penyesuaian waktu sistem operasi maupun leap second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PEDOMAN IMPLEMENTASI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Gunakan Monotonic Clock untuk internal expiry, renew timeouts, dan heartbeat loop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Gunakan Wall-Clock HANYA untuk pencatatan log audit manusia dan timestamp tampilan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Always calculate lease deadlines with monotonic timers; wall-clock shifts corrupt time checks.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labs/30-leader-election/content/02-master-draft.md:73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Mencegah Herd Effect Saat Failover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Strategi antrian teratur agar ratusan follower tidak membanjiri koordinator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PROBLEMATIKA THUNDERING HERD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100 node serentak melakukan polling Acquire saat leader mati, koordinator overload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Lonjakan network traffic dan lock contention menurunkan responsivitas kluster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STRATEGI 1: DIRECT PREDECESSOR WATCH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Pola klasik ZooKeeper: Setiap kandidat membuat ephemeral sequential node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Kandidat nomor N HANYA memantau (watch) event penghapusan pada node nomor N-1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Saat leader gugur, hanya node berikutnya dalam antrean yang terbangun dan berpromosi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STRATEGI 2: RANDOMIZED EXPONENTIAL BACKOFF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menggunakan polling, tambahkan jitter acak pada durasi tunggu kandidat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Mendistribusikan waktu kedatangan request akuisisi secara merata di timeline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Watch immediate predecessors or add randomized jitter to eliminate thundering herd storms.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labs/30-leader-election/content/02-master-draft.md:183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Observabilitas &amp; Metrik Penolakan Fencing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Menjadikan ErrStaleFencingToken sebagai indikator kesehatan sistem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METRIK UTAMA YANG HARUS DIUKUR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fencing_token_rejections_total: Counter tulisan yang ditolak oleh resource gate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leader_lease_renew_duration_seconds: Latensi round-trip pembaruan heartbeat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leader_active_duration_seconds: Berapa lama seorang leader mampu mempertahankan jabatan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candidate_state: Gauge status node (0=Follower, 1=Candidate, 2=Leader)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SIGNIFIKANSI REJECTION ALERT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Satu kali penolakan stale write adalah bukti keberhasilan mekanisme pertahanan split-brain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Namun lonjakan penolakan menandakan adanya degradasi performa: GC pause parah atau jaringan flap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Gunakan rejection rate sebagai Early Warning System sebelum kegagalan hardware meluas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AUDIT TRAIL LOGGING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Catat setiap kejadian penolakan dengan menyertakan author ID, token lama, dan token aktif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 fencing rejection proves safety worked, but frequent rejections signal severe latency spikes.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labs/30-leader-election/content/02-master-draft.md:185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Checklist Kesiapan Produksi Leader 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9 poin verifikasi arsitektur sebelum menggelar sistem koordinasi ke live cluster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27167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CHECKLIST PENERAPAN KOORDINASI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TTL lease dikalibrasi berdasarkan p99 durasi GC pause dan network RTT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Margin interval renewal diatur minimal 3x lebih cepat dari durasi TTL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Koordinator menerbitkan token monotonik strictly increasing di setiap lease baru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Resource penyimpanan menerapkan check-and-set atomik (token &lt;= lastSeen -&gt; REJECT)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Semua logika durasi dan timeout menggunakan Monotonic Clock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Leader melepaskan sewa secara sukarela (Release) saat proses shutdown anggun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Metrik dan alerting aktif untuk pemantauan fencing_token_rejections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Penanganan herd effect (watch predecessor / jitter backoff) telah diuji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[ ] Lulus pengujian konkurensi race detector (go test -race)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920240"/>
            <a:ext cx="5227167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ATURAN UTAMA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Jangan pernah mempercayai klien untuk menentukan apakah dirinya masih sah sebagai leader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Pastikan shared resource memiliki otoritas mutlak menolak tulisan basi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Calibrate TTL margins, enforce monotonic fencing at the resource, and verify under race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labs/30-leader-election/content/02-master-draft.md:225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Batasan &amp; Lingkup Implementasi Lab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Membedakan simplifikasi edukasi dengan kebutuhan enterprise sesungguhnya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IN-MEMORY LINEARIZABILITY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Koordinator lab menggunakan map in-memory yang dilindungi Go sync.Mutex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Membuktikan kebenaran algoritma fencing tanpa perlu menjalankan cluster etcd multi-node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menyimulasikan crash koordinator atau kehilangan state akibat proses restart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SIMULASI PAUSE LOKAL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Penundaan eksekusi dilakukan via field pauseUntil bukan stop-the-world signal OS nyata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memodelkan Byzantine faults atau manipulasi jam sistem yang disengaja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Parameter lab (TTL 200ms, Renew 50ms) dioptimalkan untuk kecepatan eksekusi 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NILAI INTI YANG TERBUKTI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Invarian single-leader terbukti deterministik pada pengujian konkuren 5 node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Pertahanan split-brain melalui penolakan token terbukti 100% menangkal korupsi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This lab proves algorithmic correctness in-memory; production relies on consensus engines like etcd.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labs/30-leader-election/README.md:1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Tiga Prinsip Inti Koordinasi Terdistribusi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Pedoman fundamental bagi software engineer dalam mendesain arsitektur cluster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PRINSIP 1: WAKTU ADALAH ILUSI DALAM DISTRIBUTED SYSTEMS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Jangan pernah mengandalkan jam fisik atau durasi absolut untuk keamanan data mutlak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Lease temporal hanya memberikan mutual exclusion probabilistik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Ubah batas waktu menjadi tatanan logis monotonik yang dapat diverifikasi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PRINSIP 2: VALIDASI HARUS BERADA DI RESOURCE LAYER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Klien yang mengalami pause tidak pernah tahu bahwa dirinya sudah kedaluwarsa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Klien zombie akan selalu merasa dirinya adalah leader yang sah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Hanya lapisan penyimpanan bersama yang dapat menjadi gerbang validasi akhir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PRINSIP 3: STRICT CHECK-AND-SET ATOMIK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Terapkan aturan perbandingan tegas: incomingToken &gt; lastSeenToken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Tolak token yang sama (duplikat) maupun token masa lalu yang lebih rendah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Kunci atomisitas check-and-set menjamin integritas data dari race condition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Time is unreliable; safety demands monotonic ordering validated atomically at the shared resource.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labs/30-leader-election/content/05-key-takeaways.md:1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30 RINGKASAN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Ringkasan Lab 30: Leader Election with Fencing Tokens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HASIL VERIFIKASI UTAMA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Single-leader invariant terbukti deterministik di bawah balapan 5 kandidat simultan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Failover otomatis sukses mengambil alih kepemimpinan saat heartbeat leader terhenti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Shared storage menolak mutasi stale dari leader lama dengan ErrStaleFencingToken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4 unit dan race detector test suites lulus sempurna (go test -v -race ./...)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MENTAL MODEL UTAMA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 lease grants time-bounded authority; a fencing token converts that temporal authority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into a monotonic ordering that shared storage enforces — rejecting stale zombie writes.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RESOURCES &amp; AUDIT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Repository: https://github.com/lukman-ss/software-engineering-lab/tree/main/labs/30-leader-election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Commit SHA: e963675c67e7d518e19a07ad930dbdb5be73fff1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Jalankan Demo: go run ./cmd/demo (di folder lab 30)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Jalankan Test: go test -v -race ./... (di folder lab 30)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Leases grant temporary authority; fencing tokens enforce immutable safety at the storage gate.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