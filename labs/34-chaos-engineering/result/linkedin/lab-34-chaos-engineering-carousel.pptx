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Chaos Engineering &amp; Fault Injection</a:t>
            </a:r>
          </a:p>
          <a:p/>
          <a:p>
            <a:r>
              <a:t>[]</a:t>
            </a:r>
          </a:p>
          <a:p>
            <a:r>
              <a:t>- Retro CRT monitor dengan scanlines dan glow terminal</a:t>
            </a:r>
          </a:p>
          <a:p>
            <a:r>
              <a:t>- Diagram alur kegagalan downstream dan circuit breaker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Ketahanan Sistem Tanpa Bukti Empiris Adalah Asumsi</a:t>
            </a:r>
          </a:p>
          <a:p/>
          <a:p>
            <a:r>
              <a:t>Mental Model: Resilience without empirical verification is merely wishful thinking.</a:t>
            </a:r>
          </a:p>
          <a:p/>
          <a:p>
            <a:r>
              <a:t>[MASALAH UTAMA]</a:t>
            </a:r>
          </a:p>
          <a:p>
            <a:r>
              <a:t>- Klaim ketahanan arsitektur microservice sering kali hanya diuji pada happy path dan mock unit test sederhana.</a:t>
            </a:r>
          </a:p>
          <a:p>
            <a:r>
              <a:t>- Saat ketergantungan downstream melambat atau gagal, ketiadaan perlindungan memicu antrean thread dan resource exhaustion.</a:t>
            </a:r>
          </a:p>
          <a:p>
            <a:r>
              <a:t>- Tanpa pengujian empiris terencana, insiden production pertama menjadi tempat uji coba yang mahal bagi reputasi.</a:t>
            </a:r>
          </a:p>
          <a:p>
            <a:r>
              <a:t>[BAHAYA CASCADING]</a:t>
            </a:r>
          </a:p>
          <a:p>
            <a:r>
              <a:t>- Latensi downstream 500ms dapat mengunci connection pool HTTP client dalam hitungan detik.</a:t>
            </a:r>
          </a:p>
          <a:p>
            <a:r>
              <a:t>- Kegagalan satu payment gateway merembet ke checkout, cart, hingga mematikan API gateway hulu.</a:t>
            </a:r>
          </a:p>
          <a:p>
            <a:r>
              <a:t>- Pengujian integrasi statis tidak mampu mensimulasikan kegagalan jaringan yang fluktuatif.</a:t>
            </a:r>
          </a:p>
          <a:p>
            <a:r>
              <a:t>[SOLUSI LAB]</a:t>
            </a:r>
          </a:p>
          <a:p>
            <a:r>
              <a:t>- Membangun framework eksperimen chaos deterministik di Go 1.22+ murni tanpa external library.</a:t>
            </a:r>
          </a:p>
          <a:p>
            <a:r>
              <a:t>- Menyuntikkan latensi dan error downstream secara terprogram di memori.</a:t>
            </a:r>
          </a:p>
          <a:p>
            <a:r>
              <a:t>- Membuktikan isolasi kegagalan lewat Circuit Breaker dan graceful degradation fallback.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Empat Langkah Baku Eksperimen Ilmiah Perangkat Lunak</a:t>
            </a:r>
          </a:p>
          <a:p/>
          <a:p>
            <a:r>
              <a:t>Mental Model: Define steady state first, inject controlled turbulence, and abort automatically on breach.</a:t>
            </a:r>
          </a:p>
          <a:p/>
          <a:p>
            <a:r>
              <a:t>[1. STEADY STATE]</a:t>
            </a:r>
          </a:p>
          <a:p>
            <a:r>
              <a:t>- Definisikan metrik kesehatan output yang dirasakan pengguna, seperti rasio error dan throughput transaksi.</a:t>
            </a:r>
          </a:p>
          <a:p>
            <a:r>
              <a:t>- Fokus pada metrik eksternal bisnis, bukan metrik internal sistem seperti beban CPU atau penggunaan RAM node.</a:t>
            </a:r>
          </a:p>
          <a:p>
            <a:r>
              <a:t>- Tentukan baseline angka normal sebelum eksperimen dijalankan sebagai acuan toleransi.</a:t>
            </a:r>
          </a:p>
          <a:p>
            <a:r>
              <a:t>[2. HIPOTESIS &amp; INJEKSI]</a:t>
            </a:r>
          </a:p>
          <a:p>
            <a:r>
              <a:t>- Rumuskan hipotesis: 'Steady-state error rate tetap di bawah ambang batas meskipun downstream mati'.</a:t>
            </a:r>
          </a:p>
          <a:p>
            <a:r>
              <a:t>- Suntikkan gangguan terkontrol: latensi jaringan tiruan atau pemaksaan error status downstream.</a:t>
            </a:r>
          </a:p>
          <a:p>
            <a:r>
              <a:t>- Jalankan injeksi pada durasi terukur dengan interval observasi metrik periodik.</a:t>
            </a:r>
          </a:p>
          <a:p>
            <a:r>
              <a:t>[3. BLAST RADIUS &amp; ABORT]</a:t>
            </a:r>
          </a:p>
          <a:p>
            <a:r>
              <a:t>- Tetapkan safety guardrails ketat: auto-abort langsung aktif saat metrik melanggar threshold toleransi.</a:t>
            </a:r>
          </a:p>
          <a:p>
            <a:r>
              <a:t>- Sinkronisasi pembersihan fault injector seketika untuk mengembalikan trafik normal.</a:t>
            </a:r>
          </a:p>
          <a:p>
            <a:r>
              <a:t>- Buktikan bahwa sistem memulihkan diri secara mandiri tanpa intervensi manual tim engineer.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Steady State: Mengukur Dampak Pengguna, Bukan Node</a:t>
            </a:r>
          </a:p>
          <a:p/>
          <a:p>
            <a:r>
              <a:t>Mental Model: Measure customer-facing output metrics to define health, never component internals.</a:t>
            </a:r>
          </a:p>
          <a:p/>
          <a:p>
            <a:r>
              <a:t>[METRIK OUTPUT VS INTERNAL]</a:t>
            </a:r>
          </a:p>
          <a:p>
            <a:r>
              <a:t>- Metrik internal (CPU 80%, RAM 4GB) sering menipu: node sibuk belum tentu melayani pengguna dengan benar.</a:t>
            </a:r>
          </a:p>
          <a:p>
            <a:r>
              <a:t>- Metrik output (Error Rate, Order Completion Rate) langsung mencerminkan kepuasan konsumen.</a:t>
            </a:r>
          </a:p>
          <a:p>
            <a:r>
              <a:t>- Lab menetapkan ambang batas error rate maksimum (contoh: 20% - 25%) sebagai batas steady state.</a:t>
            </a:r>
          </a:p>
          <a:p>
            <a:r>
              <a:t>[SAMPLE WARMUP MINIMUM]</a:t>
            </a:r>
          </a:p>
          <a:p>
            <a:r>
              <a:t>- Evaluasi kesehatan membutuhkan minimal 5 sampel request awal sebelum perhitungan error rate dieksekusi.</a:t>
            </a:r>
          </a:p>
          <a:p>
            <a:r>
              <a:t>- Mencegah false alarm saat request pertama kebetulan gagal pada saat inisialisasi koneksi.</a:t>
            </a:r>
          </a:p>
          <a:p>
            <a:r>
              <a:t>- Memastikan rasio error dihitung berdasarkan data agregat yang cukup representatif.</a:t>
            </a:r>
          </a:p>
          <a:p>
            <a:r>
              <a:t>[STRUKTUR DATA METRIK]</a:t>
            </a:r>
          </a:p>
          <a:p>
            <a:r>
              <a:t>- TotalRequests: akumulasi seluruh request masuk yang dilayani client.</a:t>
            </a:r>
          </a:p>
          <a:p>
            <a:r>
              <a:t>- FailedRequests: jumlah request yang berujung kegagalan atau error.</a:t>
            </a:r>
          </a:p>
          <a:p>
            <a:r>
              <a:t>- SuccessRequests: request yang berhasil diselesaikan via jalur utama maupun fallback.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Topologi Komponen dan Siklus Closed-Loop Kontrol</a:t>
            </a:r>
          </a:p>
          <a:p/>
          <a:p>
            <a:r>
              <a:t>Mental Model: A closed-loop monitor guarantees turbulence stops before customer harm becomes permanent.</a:t>
            </a:r>
          </a:p>
          <a:p/>
          <a:p>
            <a:r>
              <a:t>[DIAGRAM ALUR SISTEM]</a:t>
            </a:r>
          </a:p>
          <a:p>
            <a:r>
              <a:t>- [Client Request] --&gt; [Resilient Client (Circuit Breaker)]</a:t>
            </a:r>
          </a:p>
          <a:p>
            <a:r>
              <a:t>-                   |--&gt; Downstream Service (with Injector)</a:t>
            </a:r>
          </a:p>
          <a:p>
            <a:r>
              <a:t>-                   |--&gt; Graceful Fallback (on Failure / Open)</a:t>
            </a:r>
          </a:p>
          <a:p>
            <a:r>
              <a:t>- [Steady State Monitor] &lt;-- (Records Success / Failure)</a:t>
            </a:r>
          </a:p>
          <a:p>
            <a:r>
              <a:t>- [Experiment Runner] checks Monitor Ticker --&gt; Triggers Auto-Abort</a:t>
            </a:r>
          </a:p>
          <a:p>
            <a:r>
              <a:t>[PEMBAGIAN KOMPONEN]</a:t>
            </a:r>
          </a:p>
          <a:p>
            <a:r>
              <a:t>- internal/fault: Mengatur latensi buatan dan pemaksaan error downstream secara thread-safe.</a:t>
            </a:r>
          </a:p>
          <a:p>
            <a:r>
              <a:t>- internal/circuitbreaker: State machine 3 fasa (Closed, Open, Half-Open) pengendali akses.</a:t>
            </a:r>
          </a:p>
          <a:p>
            <a:r>
              <a:t>- internal/monitor: Pelacak metrik rasio kegagalan berbasis operasi atomik berkecepatan tinggi.</a:t>
            </a:r>
          </a:p>
          <a:p>
            <a:r>
              <a:t>- internal/experiment: Orkestrator siklus hidup pengujian dengan kemampuan auto-abort sinkron.</a:t>
            </a:r>
          </a:p>
          <a:p>
            <a:r>
              <a:t>[CLOSED-LOOP FEEDBACK]</a:t>
            </a:r>
          </a:p>
          <a:p>
            <a:r>
              <a:t>- Runner tidak berjalan buta; runner membaca kondisi monitor secara periodik via background ticker.</a:t>
            </a:r>
          </a:p>
          <a:p>
            <a:r>
              <a:t>- Jika monitor melaporkan status tidak sehat, runner seketika menetralkan injector downstream.</a:t>
            </a:r>
          </a:p>
          <a:p>
            <a:r>
              <a:t>- Mengeliminasi risiko eksperimen tertinggal yang merusak trafik production secara permanen.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Injeksi Fault: Simulasi Latensi dan Error Terprogram</a:t>
            </a:r>
          </a:p>
          <a:p/>
          <a:p>
            <a:r>
              <a:t>Mental Model: Inject faults at system boundaries with context awareness to prevent goroutine leaks.</a:t>
            </a:r>
          </a:p>
          <a:p/>
          <a:p>
            <a:r>
              <a:t>[KODE INJECTOR]</a:t>
            </a:r>
          </a:p>
          <a:p>
            <a:r>
              <a:t>- func (fi *Injector) Execute(ctx context.Context) error {</a:t>
            </a:r>
          </a:p>
          <a:p>
            <a:r>
              <a:t>-     fi.mu.RLock()</a:t>
            </a:r>
          </a:p>
          <a:p>
            <a:r>
              <a:t>-     enabled, latency, forceErr := fi.enabled, fi.latency, fi.forceError</a:t>
            </a:r>
          </a:p>
          <a:p>
            <a:r>
              <a:t>-     fi.mu.RUnlock()</a:t>
            </a:r>
          </a:p>
          <a:p>
            <a:r>
              <a:t>-     if !enabled { return nil }</a:t>
            </a:r>
          </a:p>
          <a:p>
            <a:r>
              <a:t>-     if latency &gt; 0 {</a:t>
            </a:r>
          </a:p>
          <a:p>
            <a:r>
              <a:t>-         select {</a:t>
            </a:r>
          </a:p>
          <a:p>
            <a:r>
              <a:t>-         case &lt;-time.After(latency):</a:t>
            </a:r>
          </a:p>
          <a:p>
            <a:r>
              <a:t>-         case &lt;-ctx.Done(): return ctx.Err()</a:t>
            </a:r>
          </a:p>
          <a:p>
            <a:r>
              <a:t>-         }</a:t>
            </a:r>
          </a:p>
          <a:p>
            <a:r>
              <a:t>-     }</a:t>
            </a:r>
          </a:p>
          <a:p>
            <a:r>
              <a:t>-     if forceErr { return ErrInjectedFault }</a:t>
            </a:r>
          </a:p>
          <a:p>
            <a:r>
              <a:t>-     return nil</a:t>
            </a:r>
          </a:p>
          <a:p>
            <a:r>
              <a:t>- }</a:t>
            </a:r>
          </a:p>
          <a:p>
            <a:r>
              <a:t>[DUKUNGAN CONTEXT]</a:t>
            </a:r>
          </a:p>
          <a:p>
            <a:r>
              <a:t>- Latensi injeksi mendengarkan ctx.Done() agar request timeout client langsung dibatalkan.</a:t>
            </a:r>
          </a:p>
          <a:p>
            <a:r>
              <a:t>- Mencegah goroutine leak saat client membatalkan transaksi di tengah penundaan waktu.</a:t>
            </a:r>
          </a:p>
          <a:p>
            <a:r>
              <a:t>- Mendukung timeout standar library context Go secara alami tanpa blocking abadi.</a:t>
            </a:r>
          </a:p>
          <a:p>
            <a:r>
              <a:t>[MUTEX SYNCHRONIZATION]</a:t>
            </a:r>
          </a:p>
          <a:p>
            <a:r>
              <a:t>- Operasi SetFault() dan Clear() menggunakan Lock eksklusif untuk mutasi state instan.</a:t>
            </a:r>
          </a:p>
          <a:p>
            <a:r>
              <a:t>- Operasi Execute() dan IsEnabled() menggunakan RLock untuk throughput pembacaan tinggi.</a:t>
            </a:r>
          </a:p>
          <a:p>
            <a:r>
              <a:t>- Terbukti bebas race condition di bawah pengujian go test -race.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State Machine Circuit Breaker: Tiga Fasa Proteksi</a:t>
            </a:r>
          </a:p>
          <a:p/>
          <a:p>
            <a:r>
              <a:t>Mental Model: A circuit breaker isolates downstream failures and probes recovery without manual restarts.</a:t>
            </a:r>
          </a:p>
          <a:p/>
          <a:p>
            <a:r>
              <a:t>[CLOSED STATE (NORMAL)]</a:t>
            </a:r>
          </a:p>
          <a:p>
            <a:r>
              <a:t>- Permintaan dialirkan langsung ke downstream service tanpa hambatan.</a:t>
            </a:r>
          </a:p>
          <a:p>
            <a:r>
              <a:t>- Setiap kegagalan menaikkan counter failures secara kumulatif.</a:t>
            </a:r>
          </a:p>
          <a:p>
            <a:r>
              <a:t>- Jika counter failures mencapai threshold, state seketika melompat ke OPEN.</a:t>
            </a:r>
          </a:p>
          <a:p>
            <a:r>
              <a:t>[OPEN STATE (ISOLASI)]</a:t>
            </a:r>
          </a:p>
          <a:p>
            <a:r>
              <a:t>- Permintaan langsung dialihkan ke fallback tanpa pernah memanggil downstream (fail-fast).</a:t>
            </a:r>
          </a:p>
          <a:p>
            <a:r>
              <a:t>- Melindungi downstream yang sedang sekarat dari gempuran beban trafik baru.</a:t>
            </a:r>
          </a:p>
          <a:p>
            <a:r>
              <a:t>- Setelah masa cooldown terlewati, pemanggilan berikutnya menggeser state ke HALF-OPEN.</a:t>
            </a:r>
          </a:p>
          <a:p>
            <a:r>
              <a:t>[HALF-OPEN (PROBING)]</a:t>
            </a:r>
          </a:p>
          <a:p>
            <a:r>
              <a:t>- Mengizinkan satu panggilan uji coba menerobos ke downstream untuk mengetes kesehatan.</a:t>
            </a:r>
          </a:p>
          <a:p>
            <a:r>
              <a:t>- Jika panggilan uji coba berhasil: state kembali ke CLOSED dan failure counter di-reset nol.</a:t>
            </a:r>
          </a:p>
          <a:p>
            <a:r>
              <a:t>- Jika panggilan uji coba gagal: state langsung terhempas kembali ke OPEN dengan cooldown baru.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Eksekusi Terproteksi dan Pengalihan Fallback</a:t>
            </a:r>
          </a:p>
          <a:p/>
          <a:p>
            <a:r>
              <a:t>Mental Model: Release locks before downstream calls to avoid thread lockups during degraded latency.</a:t>
            </a:r>
          </a:p>
          <a:p/>
          <a:p>
            <a:r>
              <a:t>[KODE CIRCUIT BREAKER]</a:t>
            </a:r>
          </a:p>
          <a:p>
            <a:r>
              <a:t>- func (cb *CircuitBreaker) Execute(fn, fallback func() error) error {</a:t>
            </a:r>
          </a:p>
          <a:p>
            <a:r>
              <a:t>-     cb.mu.Lock()</a:t>
            </a:r>
          </a:p>
          <a:p>
            <a:r>
              <a:t>-     cb.checkStateLocked()</a:t>
            </a:r>
          </a:p>
          <a:p>
            <a:r>
              <a:t>-     if cb.state == StateOpen {</a:t>
            </a:r>
          </a:p>
          <a:p>
            <a:r>
              <a:t>-         cb.mu.Unlock()</a:t>
            </a:r>
          </a:p>
          <a:p>
            <a:r>
              <a:t>-         if fallback != nil { return fallback() }</a:t>
            </a:r>
          </a:p>
          <a:p>
            <a:r>
              <a:t>-         return ErrCircuitOpen</a:t>
            </a:r>
          </a:p>
          <a:p>
            <a:r>
              <a:t>-     }</a:t>
            </a:r>
          </a:p>
          <a:p>
            <a:r>
              <a:t>-     cb.mu.Unlock()</a:t>
            </a:r>
          </a:p>
          <a:p>
            <a:r>
              <a:t>-     err := fn()</a:t>
            </a:r>
          </a:p>
          <a:p>
            <a:r>
              <a:t>-     // Update state &amp; trigger fallback on error</a:t>
            </a:r>
          </a:p>
          <a:p>
            <a:r>
              <a:t>-     return cb.handleResult(err, fallback)</a:t>
            </a:r>
          </a:p>
          <a:p>
            <a:r>
              <a:t>- }</a:t>
            </a:r>
          </a:p>
          <a:p>
            <a:r>
              <a:t>[MANAJEMEN KUNCI MUTEX]</a:t>
            </a:r>
          </a:p>
          <a:p>
            <a:r>
              <a:t>- Mutex dilepas sebelum eksekusi fn() untuk mencegah contention saat downstream lambat.</a:t>
            </a:r>
          </a:p>
          <a:p>
            <a:r>
              <a:t>- Pengecekan cooldown dilakukan di checkStateLocked() sebelum status OPEN dievaluasi.</a:t>
            </a:r>
          </a:p>
          <a:p>
            <a:r>
              <a:t>- State transitions terlindungi penuh tanpa mengunci thread eksekusi I/O utama.</a:t>
            </a:r>
          </a:p>
          <a:p>
            <a:r>
              <a:t>[GRACEFUL ERROR HANDLING]</a:t>
            </a:r>
          </a:p>
          <a:p>
            <a:r>
              <a:t>- Jika fallback didefinisikan, error downstream ditelan dan fallback dieksekusi transparan.</a:t>
            </a:r>
          </a:p>
          <a:p>
            <a:r>
              <a:t>- Jika fallback bernilai nil, error asli atau ErrCircuitOpen diteruskan ke pemanggil.</a:t>
            </a:r>
          </a:p>
          <a:p>
            <a:r>
              <a:t>- Memungkinkan fleksibilitas tinggi antara fail-silent atau fail-explicit.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Graceful Degradation: Menyelamatkan Metrik Bisnis</a:t>
            </a:r>
          </a:p>
          <a:p/>
          <a:p>
            <a:r>
              <a:t>Mental Model: Graceful fallbacks convert hard outages into delayed asynchronous completions.</a:t>
            </a:r>
          </a:p>
          <a:p/>
          <a:p>
            <a:r>
              <a:t>[JALUR PRIMARY VS FALLBACK]</a:t>
            </a:r>
          </a:p>
          <a:p>
            <a:r>
              <a:t>- Jalur Utama: Pemanggilan sinkron langsung ke Payment Gateway eksternal.</a:t>
            </a:r>
          </a:p>
          <a:p>
            <a:r>
              <a:t>- Jalur Fallback: Memasukkan payload transaksi ke antrean asinkron (Payment Queued).</a:t>
            </a:r>
          </a:p>
          <a:p>
            <a:r>
              <a:t>- Pengguna menerima konfirmasi antrean alih-alih layar error HTTP 500 yang merusak konversi.</a:t>
            </a:r>
          </a:p>
          <a:p>
            <a:r>
              <a:t>[DAMPAK PADA METRIK STEADY-STATE]</a:t>
            </a:r>
          </a:p>
          <a:p>
            <a:r>
              <a:t>- Monitor mencatat request fallback sebagai SUCCESS di sisi pengalaman konsumen.</a:t>
            </a:r>
          </a:p>
          <a:p>
            <a:r>
              <a:t>- Tingkat kegagalan sistem tetap terjaga pada 0.00% meskipun downstream mengalami pemadaman 100%.</a:t>
            </a:r>
          </a:p>
          <a:p>
            <a:r>
              <a:t>- Circuit Breaker mencegah lonjakan latensi dengan mengalihkan request secara instan (&lt;1ms).</a:t>
            </a:r>
          </a:p>
          <a:p>
            <a:r>
              <a:t>[PRINSIP FALLBACK ARSITEKTUR]</a:t>
            </a:r>
          </a:p>
          <a:p>
            <a:r>
              <a:t>- Fallback harus beroperasi lokal atau menggunakan infrastruktur penyimpanan yang terisolasi.</a:t>
            </a:r>
          </a:p>
          <a:p>
            <a:r>
              <a:t>- Jangan menggunakan fallback yang bergantung pada dependensi jaringan yang sama dengan primary.</a:t>
            </a:r>
          </a:p>
          <a:p>
            <a:r>
              <a:t>- Pastikan ada worker rekonsiliasi asinkron untuk memproses ulang data antrean saat downstream pulih.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Pelacakan Rasio Kegagalan Menggunakan Operasi Atomik</a:t>
            </a:r>
          </a:p>
          <a:p/>
          <a:p>
            <a:r>
              <a:t>Mental Model: Lock-free atomic counters track health metrics without adding contention to hot paths.</a:t>
            </a:r>
          </a:p>
          <a:p/>
          <a:p>
            <a:r>
              <a:t>[KODE MONITOR ATOMIK]</a:t>
            </a:r>
          </a:p>
          <a:p>
            <a:r>
              <a:t>- func (m *Monitor) RecordSuccess() {</a:t>
            </a:r>
          </a:p>
          <a:p>
            <a:r>
              <a:t>-     atomic.AddUint64(&amp;m.totalRequests, 1)</a:t>
            </a:r>
          </a:p>
          <a:p>
            <a:r>
              <a:t>- }</a:t>
            </a:r>
          </a:p>
          <a:p>
            <a:r>
              <a:t>- func (m *Monitor) RecordFailure() {</a:t>
            </a:r>
          </a:p>
          <a:p>
            <a:r>
              <a:t>-     atomic.AddUint64(&amp;m.totalRequests, 1)</a:t>
            </a:r>
          </a:p>
          <a:p>
            <a:r>
              <a:t>-     atomic.AddUint64(&amp;m.failedRequests, 1)</a:t>
            </a:r>
          </a:p>
          <a:p>
            <a:r>
              <a:t>- }</a:t>
            </a:r>
          </a:p>
          <a:p>
            <a:r>
              <a:t>- func (m *Monitor) IsHealthy() bool {</a:t>
            </a:r>
          </a:p>
          <a:p>
            <a:r>
              <a:t>-     total := atomic.LoadUint64(&amp;m.totalRequests)</a:t>
            </a:r>
          </a:p>
          <a:p>
            <a:r>
              <a:t>-     if total &lt; 5 { return true } // Warmup minimum</a:t>
            </a:r>
          </a:p>
          <a:p>
            <a:r>
              <a:t>-     return m.ErrorRate() &lt;= m.maxErrorRate</a:t>
            </a:r>
          </a:p>
          <a:p>
            <a:r>
              <a:t>- }</a:t>
            </a:r>
          </a:p>
          <a:p>
            <a:r>
              <a:t>[EFISIENSI ATOMIK]</a:t>
            </a:r>
          </a:p>
          <a:p>
            <a:r>
              <a:t>- atomic.AddUint64 berjalan pada level instruksi CPU (lock-free) tanpa blokade mutex antrean.</a:t>
            </a:r>
          </a:p>
          <a:p>
            <a:r>
              <a:t>- Cocok untuk throughput jutaan request per detik di lingkungan microservice berskala besar.</a:t>
            </a:r>
          </a:p>
          <a:p>
            <a:r>
              <a:t>- Menjamin akurasi penghitungan total dan kegagalan pada pengujian multi-goroutine.</a:t>
            </a:r>
          </a:p>
          <a:p>
            <a:r>
              <a:t>[EVALUASI THRESHOLD]</a:t>
            </a:r>
          </a:p>
          <a:p>
            <a:r>
              <a:t>- ErrorRate() menghitung rasio gagal terhadap total secara real-time.</a:t>
            </a:r>
          </a:p>
          <a:p>
            <a:r>
              <a:t>- Threshold kesehatan maxErrorRate (misal 0.20 atau 20%) menjadi dasar evaluasi IsHealthy().</a:t>
            </a:r>
          </a:p>
          <a:p>
            <a:r>
              <a:t>- Kombinasi ambang batas dan minimum sample mencegah false positive selama fase rintisan.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Orkestrator Eksperimen dan Mekanisme Auto-Abort</a:t>
            </a:r>
          </a:p>
          <a:p/>
          <a:p>
            <a:r>
              <a:t>Mental Model: An automated kill switch is mandatory before injecting turbulence into any system.</a:t>
            </a:r>
          </a:p>
          <a:p/>
          <a:p>
            <a:r>
              <a:t>[KODE SIKLUS RUNNER]</a:t>
            </a:r>
          </a:p>
          <a:p>
            <a:r>
              <a:t>- func (e *Experiment) Run(ctx context.Context) error {</a:t>
            </a:r>
          </a:p>
          <a:p>
            <a:r>
              <a:t>-     e.injector.SetFault(e.config.Latency, e.config.ForceError)</a:t>
            </a:r>
          </a:p>
          <a:p>
            <a:r>
              <a:t>-     ticker := time.NewTicker(e.config.MonitorInterval)</a:t>
            </a:r>
          </a:p>
          <a:p>
            <a:r>
              <a:t>-     defer ticker.Stop()</a:t>
            </a:r>
          </a:p>
          <a:p>
            <a:r>
              <a:t>-     for {</a:t>
            </a:r>
          </a:p>
          <a:p>
            <a:r>
              <a:t>-         select {</a:t>
            </a:r>
          </a:p>
          <a:p>
            <a:r>
              <a:t>-         case &lt;-ctx.Done(): e.terminate(StateAborted, ...)</a:t>
            </a:r>
          </a:p>
          <a:p>
            <a:r>
              <a:t>-         case &lt;-timeout:   e.terminate(StateCompleted, ...)</a:t>
            </a:r>
          </a:p>
          <a:p>
            <a:r>
              <a:t>-         case &lt;-ticker.C:</a:t>
            </a:r>
          </a:p>
          <a:p>
            <a:r>
              <a:t>-             if !e.monitor.IsHealthy() {</a:t>
            </a:r>
          </a:p>
          <a:p>
            <a:r>
              <a:t>-                 e.terminate(StateAborted, reason)</a:t>
            </a:r>
          </a:p>
          <a:p>
            <a:r>
              <a:t>-                 return fmt.Errorf("aborted: %s", reason)</a:t>
            </a:r>
          </a:p>
          <a:p>
            <a:r>
              <a:t>-             }</a:t>
            </a:r>
          </a:p>
          <a:p>
            <a:r>
              <a:t>-         }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[TERMINASI SINKRON]</a:t>
            </a:r>
          </a:p>
          <a:p>
            <a:r>
              <a:t>- Fungsi terminate() memanggil e.injector.Clear() secara langsung di dalam blok mutasi state.</a:t>
            </a:r>
          </a:p>
          <a:p>
            <a:r>
              <a:t>- Menjamin injeksi latensi dan error mati dalam hitungan milidetik saat ambang batas terlanggar.</a:t>
            </a:r>
          </a:p>
          <a:p>
            <a:r>
              <a:t>- Mencegah efek samping tertinggal yang membahayakan siklus pengujian berikutnya.</a:t>
            </a:r>
          </a:p>
          <a:p>
            <a:r>
              <a:t>[STATUS REASON AUDIT]</a:t>
            </a:r>
          </a:p>
          <a:p>
            <a:r>
              <a:t>- Runner menyimpan string alasan pembatalan (abortReason) secara transparan untuk audit log.</a:t>
            </a:r>
          </a:p>
          <a:p>
            <a:r>
              <a:t>- Menyajikan persentase pasti pelanggaran error rate pada saat eksperimen dihentikan paksa.</a:t>
            </a:r>
          </a:p>
          <a:p>
            <a:r>
              <a:t>- Mempermudah identifikasi kelemahan arsitektur sebelum melanjutkan ke perbaikan berikutnya.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Pengendalian Blast Radius: Mencegah Malapetaka</a:t>
            </a:r>
          </a:p>
          <a:p/>
          <a:p>
            <a:r>
              <a:t>Mental Model: Timeouts, metric thresholds, and immediate cleanups define the blast radius sandbox.</a:t>
            </a:r>
          </a:p>
          <a:p/>
          <a:p>
            <a:r>
              <a:t>[BATASAN TEMPORAL (WAKTU)]</a:t>
            </a:r>
          </a:p>
          <a:p>
            <a:r>
              <a:t>- Setiap eksperimen wajib memiliki durasi waktu maksimum yang kaku (misal 300ms - 500ms).</a:t>
            </a:r>
          </a:p>
          <a:p>
            <a:r>
              <a:t>- Jika waktu habis sebelum terjadi anomali, eksperimen selesai dengan status COMPLETED.</a:t>
            </a:r>
          </a:p>
          <a:p>
            <a:r>
              <a:t>- Tidak boleh ada eksperimen chaos yang dibiarkan aktif tanpa batas waktu akhir.</a:t>
            </a:r>
          </a:p>
          <a:p>
            <a:r>
              <a:t>[BATASAN METRIK (HEALTH)]</a:t>
            </a:r>
          </a:p>
          <a:p>
            <a:r>
              <a:t>- Pemeriksaan kesehatan dilakukan berulang pada interval pendek (misal 20ms - 40ms).</a:t>
            </a:r>
          </a:p>
          <a:p>
            <a:r>
              <a:t>- Pelanggaran ambang batas langsung memicu auto-abort tanpa menunggu durasi eksperimen selesai.</a:t>
            </a:r>
          </a:p>
          <a:p>
            <a:r>
              <a:t>- Menahan dampak kegagalan agar tidak pernah menyebar ke lebih dari persentase toleransi.</a:t>
            </a:r>
          </a:p>
          <a:p>
            <a:r>
              <a:t>[PEMBERSIHAN TOTAL (CLEANUP)]</a:t>
            </a:r>
          </a:p>
          <a:p>
            <a:r>
              <a:t>- Metode Clear() mengembalikan flag enabled ke false dan mereset nilai latensi menjadi nol.</a:t>
            </a:r>
          </a:p>
          <a:p>
            <a:r>
              <a:t>- Pembersihan dieksekusi sinkron di terminate(), bukan mengandalkan garbage collector atau cron.</a:t>
            </a:r>
          </a:p>
          <a:p>
            <a:r>
              <a:t>- Sistem kembali ke status baseline sejati dalam durasi kurang dari 1 milidetik.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Demo Kasus Pembayaran: Baseline dan Mitigasi Sukses</a:t>
            </a:r>
          </a:p>
          <a:p/>
          <a:p>
            <a:r>
              <a:t>Mental Model: Graceful degradation keeps error rate at zero even while the circuit breaker trips open.</a:t>
            </a:r>
          </a:p>
          <a:p/>
          <a:p>
            <a:r>
              <a:t>[FASE 1: BASELINE (REQ #1 - #5)]</a:t>
            </a:r>
          </a:p>
          <a:p>
            <a:r>
              <a:t>- 5 request dikirim dalam kondisi downstream normal tanpa adanya gangguan buatan.</a:t>
            </a:r>
          </a:p>
          <a:p>
            <a:r>
              <a:t>- Seluruh request berhasil dilayani lewat jalur utama: 'Payment Success (Primary)'.</a:t>
            </a:r>
          </a:p>
          <a:p>
            <a:r>
              <a:t>- Circuit Breaker bertahan di state CLOSED; error rate monitor tercatat 0.00%.</a:t>
            </a:r>
          </a:p>
          <a:p>
            <a:r>
              <a:t>[FASE 2: RESILIENT CLIENT (REQ #6 - #15)]</a:t>
            </a:r>
          </a:p>
          <a:p>
            <a:r>
              <a:t>- Eksperimen menyuntikkan kegagalan error 100% pada downstream service selama 300ms.</a:t>
            </a:r>
          </a:p>
          <a:p>
            <a:r>
              <a:t>- Req #6 &amp; #7: Gagal di primary, dialihkan mulus ke 'Payment Queued (Fallback)' (CB: CLOSED).</a:t>
            </a:r>
          </a:p>
          <a:p>
            <a:r>
              <a:t>- Req #8: Threshold 3 kegagalan terlampaui; Circuit Breaker seketika meloncat ke OPEN.</a:t>
            </a:r>
          </a:p>
          <a:p>
            <a:r>
              <a:t>- Req #9 - #15: Fast-fail tanpa memanggil downstream, langsung mengeksekusi fallback (CB: OPEN).</a:t>
            </a:r>
          </a:p>
          <a:p>
            <a:r>
              <a:t>[HASIL STEADY-STATE]</a:t>
            </a:r>
          </a:p>
          <a:p>
            <a:r>
              <a:t>- Total Requests: 15 | Success: 15 | Failed: 0 | Error Rate: 0.00%.</a:t>
            </a:r>
          </a:p>
          <a:p>
            <a:r>
              <a:t>- Eksperimen selesai dengan status COMPLETED karena steady-state kesehatan tidak pernah terlanggar.</a:t>
            </a:r>
          </a:p>
          <a:p>
            <a:r>
              <a:t>- Pelanggan tetap terlayani tanpa menyadari adanya pemadaman total di downstream gateway.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Demo Fase 3 &amp; 4: Auto-Abort dan Pemulihan Mandiri</a:t>
            </a:r>
          </a:p>
          <a:p/>
          <a:p>
            <a:r>
              <a:t>Mental Model: Unmitigated turbulence triggers instant auto-abort, enabling self-healing recovery.</a:t>
            </a:r>
          </a:p>
          <a:p/>
          <a:p>
            <a:r>
              <a:t>[FASE 3: AUTO-ABORT UNMITIGATED]</a:t>
            </a:r>
          </a:p>
          <a:p>
            <a:r>
              <a:t>- Menjalankan eksperimen kedua pada raw service call tanpa perlindungan fallback.</a:t>
            </a:r>
          </a:p>
          <a:p>
            <a:r>
              <a:t>- Raw Call #1 &amp; #2 gagal berturut-turut, mendongkrak error rate melompat ke 33.33%.</a:t>
            </a:r>
          </a:p>
          <a:p>
            <a:r>
              <a:t>- Ambang batas 20% dilanggar: Runner langsung membatalkan pengujian dengan status ABORTED.</a:t>
            </a:r>
          </a:p>
          <a:p>
            <a:r>
              <a:t>- Alasan pembatalan: 'Steady state breached: error rate 33.33% exceeded threshold'.</a:t>
            </a:r>
          </a:p>
          <a:p>
            <a:r>
              <a:t>- Fault Injector langsung dinetralkan otomatis (Active: false).</a:t>
            </a:r>
          </a:p>
          <a:p>
            <a:r>
              <a:t>[FASE 4: TRAFIK RECOVERY (REQ #16 - #20)]</a:t>
            </a:r>
          </a:p>
          <a:p>
            <a:r>
              <a:t>- Setelah jeda cooldown 200ms, trafik produksi normal dialirkan kembali ke sistem.</a:t>
            </a:r>
          </a:p>
          <a:p>
            <a:r>
              <a:t>- Req #16 melintas pada mode HALF-OPEN, downstream sukses merespons, state reset ke CLOSED.</a:t>
            </a:r>
          </a:p>
          <a:p>
            <a:r>
              <a:t>- Req #17 - #20 meluncur mulus via jalur utama 'Payment Success (Primary)' (CB: CLOSED).</a:t>
            </a:r>
          </a:p>
          <a:p>
            <a:r>
              <a:t>[BUKTI PENUTUP]</a:t>
            </a:r>
          </a:p>
          <a:p>
            <a:r>
              <a:t>- Sistem berhasil melindungi diri sendiri dari gangguan yang melampaui batas toleransi.</a:t>
            </a:r>
          </a:p>
          <a:p>
            <a:r>
              <a:t>- Pemulihan berlangsung sepenuhnya otomatis tanpa restart service atau intervensi operator.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Verifikasi Pengujian: Lima Test Case Lolos 100%</a:t>
            </a:r>
          </a:p>
          <a:p/>
          <a:p>
            <a:r>
              <a:t>Mental Model: Automated test assertions with race detection turn theoretical resilience into verified fact.</a:t>
            </a:r>
          </a:p>
          <a:p/>
          <a:p>
            <a:r>
              <a:t>[TABEL UJI LABORATORIUM]</a:t>
            </a:r>
          </a:p>
          <a:p>
            <a:r>
              <a:t>- Test Suite | Target Verifikasi | Hasil</a:t>
            </a:r>
          </a:p>
          <a:p>
            <a:r>
              <a:t>- TestFaultInjector | Latensi, Force Error, &amp; Pembersihan Clear() | PASS (0.01s)</a:t>
            </a:r>
          </a:p>
          <a:p>
            <a:r>
              <a:t>- TestCircuitBreakerStateTransitions | Closed -&gt; Open -&gt; Half-Open -&gt; Closed | PASS (0.06s)</a:t>
            </a:r>
          </a:p>
          <a:p>
            <a:r>
              <a:t>- TestCircuitBreakerGracefulDegradation | Eksekusi fallback menelan error downstream | PASS (0.00s)</a:t>
            </a:r>
          </a:p>
          <a:p>
            <a:r>
              <a:t>- TestExperimentAutoAbortOnSteadyStateViolation | Auto-abort saat steady-state terlanggar | PASS (0.01s)</a:t>
            </a:r>
          </a:p>
          <a:p>
            <a:r>
              <a:t>- TestConcurrencyAndRace | 50 Goroutine konkuren membaca &amp; memutasi state | PASS (0.00s)</a:t>
            </a:r>
          </a:p>
          <a:p>
            <a:r>
              <a:t>[HASIL RACE DETECTOR]</a:t>
            </a:r>
          </a:p>
          <a:p>
            <a:r>
              <a:t>- Perintah eksekusi: go test -race ./...</a:t>
            </a:r>
          </a:p>
          <a:p>
            <a:r>
              <a:t>- Output: ok labs/34-chaos-engineering/tests 1.481s.</a:t>
            </a:r>
          </a:p>
          <a:p>
            <a:r>
              <a:t>- Nol data race terdeteksi pada seluruh interaksi mutex dan atomic pointer.</a:t>
            </a:r>
          </a:p>
          <a:p>
            <a:r>
              <a:t>[DETERMINISME PENGUJIAN]</a:t>
            </a:r>
          </a:p>
          <a:p>
            <a:r>
              <a:t>- Seluruh test dirancang deterministik tanpa ketergantungan pada port jaringan nyata.</a:t>
            </a:r>
          </a:p>
          <a:p>
            <a:r>
              <a:t>- Menjamin build pipeline CI/CD dapat mengeksekusi suite chaos dalam waktu di bawah 2 detik.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Desain Konkurensi: Harmonisasi RWMutex dan Mutex</a:t>
            </a:r>
          </a:p>
          <a:p/>
          <a:p>
            <a:r>
              <a:t>Mental Model: Match the concurrency primitive to the access pattern: atomic for counters, RWMutex for flags.</a:t>
            </a:r>
          </a:p>
          <a:p/>
          <a:p>
            <a:r>
              <a:t>[RWMUTEX PADA FAULT INJECTOR]</a:t>
            </a:r>
          </a:p>
          <a:p>
            <a:r>
              <a:t>- Pola pembacaan (Execute, IsEnabled) sangat dominan selama ribuan request per detik.</a:t>
            </a:r>
          </a:p>
          <a:p>
            <a:r>
              <a:t>- sync.RWMutex memungkinkan banyak goroutine membaca konfigurasi fault secara simultan.</a:t>
            </a:r>
          </a:p>
          <a:p>
            <a:r>
              <a:t>- Write lock hanya diambil sesaat saat injeksi diaktifkan (SetFault) atau dinetralkan (Clear).</a:t>
            </a:r>
          </a:p>
          <a:p>
            <a:r>
              <a:t>[MUTEX PADA CIRCUIT BREAKER]</a:t>
            </a:r>
          </a:p>
          <a:p>
            <a:r>
              <a:t>- Setiap transisi state melibatkan pembaruan variabel kegagalan dan timestamp lastStateChg.</a:t>
            </a:r>
          </a:p>
          <a:p>
            <a:r>
              <a:t>- sync.Mutex standar menjamin serialisasi transisi state yang presisi tanpa race condition.</a:t>
            </a:r>
          </a:p>
          <a:p>
            <a:r>
              <a:t>- Lock dilepas sebelum pemanggilan delegat fn() untuk mencegah thread bottleneck.</a:t>
            </a:r>
          </a:p>
          <a:p>
            <a:r>
              <a:t>[ATOMIC PADA MONITOR]</a:t>
            </a:r>
          </a:p>
          <a:p>
            <a:r>
              <a:t>- Penghitungan metrik tidak menggunakan lock sama sekali pada level agregasi.</a:t>
            </a:r>
          </a:p>
          <a:p>
            <a:r>
              <a:t>- atomic.AddUint64 dan LoadUint64 memastikan pembacaan throughput zero-latency.</a:t>
            </a:r>
          </a:p>
          <a:p>
            <a:r>
              <a:t>- Menghilangkan risiko deadlock antara monitor dan komponen pemanggil transaksi.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Perbandingan: Sistem Naif vs Sistem Berketahanan</a:t>
            </a:r>
          </a:p>
          <a:p/>
          <a:p>
            <a:r>
              <a:t>Mental Model: Resilient systems bend under turbulence through isolation; naive systems shatter entirely.</a:t>
            </a:r>
          </a:p>
          <a:p/>
          <a:p>
            <a:r>
              <a:t>[TABEL PERBANDINGAN]</a:t>
            </a:r>
          </a:p>
          <a:p>
            <a:r>
              <a:t>- Dimensi Evaluasi | Sistem Naif (Tanpa Chaos/CB) | Resilient Client (Lab 34)</a:t>
            </a:r>
          </a:p>
          <a:p>
            <a:r>
              <a:t>- Downstream Latency | Thread terkunci, connection pool habis | Fast-fail lewat Circuit Breaker (&lt;1ms)</a:t>
            </a:r>
          </a:p>
          <a:p>
            <a:r>
              <a:t>- Downstream Outage | HTTP 500 error langsung ke konsumen | Graceful fallback (antrean transaksi)</a:t>
            </a:r>
          </a:p>
          <a:p>
            <a:r>
              <a:t>- Error Rate Pengguna | Melonjak drastis hingga 100% | Tetap 0.00% berkat fallback terisolasi</a:t>
            </a:r>
          </a:p>
          <a:p>
            <a:r>
              <a:t>- Verifikasi Ketahanan | Tebakan pasif / manual staging | Eksperimen terprogram &amp; auto-abort</a:t>
            </a:r>
          </a:p>
          <a:p>
            <a:r>
              <a:t>- Pemulihan Layanan | Membutuhkan restart service manual | Otomatis pulih via probe Half-Open</a:t>
            </a:r>
          </a:p>
          <a:p>
            <a:r>
              <a:t>[ANALISIS PERBEDAAN]</a:t>
            </a:r>
          </a:p>
          <a:p>
            <a:r>
              <a:t>- Sistem naif membiarkan kegagalan downstream merembet ke seluruh ekosistem layanan.</a:t>
            </a:r>
          </a:p>
          <a:p>
            <a:r>
              <a:t>- Sistem berketahanan mengisolasi anomali pada batas perimeter dan meredam dampaknya.</a:t>
            </a:r>
          </a:p>
          <a:p>
            <a:r>
              <a:t>[KEUNTUNGAN BISNIS]</a:t>
            </a:r>
          </a:p>
          <a:p>
            <a:r>
              <a:t>- Mencegah kerugian finansial akibat transaksi belanja yang gagal terproses.</a:t>
            </a:r>
          </a:p>
          <a:p>
            <a:r>
              <a:t>- Menjaga service level objective (SLO) ketersediaan tetap prima di hadapan pelanggan.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Trade-off dan Batasan Implementasi Laboratorium</a:t>
            </a:r>
          </a:p>
          <a:p/>
          <a:p>
            <a:r>
              <a:t>Mental Model: Acknowledge lab simplifications honestly: cumulative counters teach the logic, sliding windows run production.</a:t>
            </a:r>
          </a:p>
          <a:p/>
          <a:p>
            <a:r>
              <a:t>[PENYEDERHANAAN LAB]</a:t>
            </a:r>
          </a:p>
          <a:p>
            <a:r>
              <a:t>- Metrik Kumulatif: Lab menggunakan counter kumulatif sederhana; production membutuhkan sliding window.</a:t>
            </a:r>
          </a:p>
          <a:p>
            <a:r>
              <a:t>- Injeksi In-Memory: Simulasi dilakukan dalam runtime Go lokal, bukan manipulasi paket jaringan (iptables/eBPF).</a:t>
            </a:r>
          </a:p>
          <a:p>
            <a:r>
              <a:t>- Error Rate Sederhana: Belum memperhitungkan latensi persentil p95/p99 atau anomali jitter.</a:t>
            </a:r>
          </a:p>
          <a:p>
            <a:r>
              <a:t>[FIELD UNUSED DI INJECTOR]</a:t>
            </a:r>
          </a:p>
          <a:p>
            <a:r>
              <a:t>- Field errorRate float64 pada internal/fault/injector.go tidak diaktifkan pada logika eksekusi.</a:t>
            </a:r>
          </a:p>
          <a:p>
            <a:r>
              <a:t>- Lab sengaja menggunakan determinisme penuh via forceError bool untuk menjamin hasil test yang stabil.</a:t>
            </a:r>
          </a:p>
          <a:p>
            <a:r>
              <a:t>- Hindari klaim pengujian probabilistik parsial pada implementasi lab saat ini.</a:t>
            </a:r>
          </a:p>
          <a:p>
            <a:r>
              <a:t>[OVERHEAD DAN BIAYA]</a:t>
            </a:r>
          </a:p>
          <a:p>
            <a:r>
              <a:t>- Penerapan circuit breaker menambahkan beberapa nanodetik latensi CPU per transaksi.</a:t>
            </a:r>
          </a:p>
          <a:p>
            <a:r>
              <a:t>- Penyimpanan fallback antrean membutuhkan alokasi storage dan worker pemrosesan asinkron.</a:t>
            </a:r>
          </a:p>
          <a:p>
            <a:r>
              <a:t>- Investasi arsitektur sebanding dengan proteksi downtime yang diperoleh di production.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Jalur Evolusi Menuju Skala Produksi Enterprise</a:t>
            </a:r>
          </a:p>
          <a:p/>
          <a:p>
            <a:r>
              <a:t>Mental Model: Progress from in-memory mocks to eBPF mesh injection as chaos maturity grows.</a:t>
            </a:r>
          </a:p>
          <a:p/>
          <a:p>
            <a:r>
              <a:t>[SLIDING TIME WINDOWS]</a:t>
            </a:r>
          </a:p>
          <a:p>
            <a:r>
              <a:t>- Gantikan counter seumur hidup dengan ring-buffer 60 detik (misal Hystrix / Resilience4j style).</a:t>
            </a:r>
          </a:p>
          <a:p>
            <a:r>
              <a:t>- Mencegah riwayat kegagalan masa lalu membebani keputusan isolasi pada trafik masa kini.</a:t>
            </a:r>
          </a:p>
          <a:p>
            <a:r>
              <a:t>- Menghasilkan evaluasi kesehatan real-time yang jauh lebih responsif terhadap perubahan kondisi.</a:t>
            </a:r>
          </a:p>
          <a:p>
            <a:r>
              <a:t>[EBPF &amp; SERVICE MESH INJECTION]</a:t>
            </a:r>
          </a:p>
          <a:p>
            <a:r>
              <a:t>- Pindahkan injeksi dari kode aplikasi internal ke layer infrastruktur (Envoy proxy / Chaos Mesh).</a:t>
            </a:r>
          </a:p>
          <a:p>
            <a:r>
              <a:t>- Menyuntikkan packet loss, TCP drop, dan DNS failure tanpa mengubah satu baris pun kode bisnis.</a:t>
            </a:r>
          </a:p>
          <a:p>
            <a:r>
              <a:t>- Menguji ketahanan sistem secara transparan pada level kernel sistem operasi.</a:t>
            </a:r>
          </a:p>
          <a:p>
            <a:r>
              <a:t>[CANARY EXPERIMENT ROUTING]</a:t>
            </a:r>
          </a:p>
          <a:p>
            <a:r>
              <a:t>- Batasi injeksi hanya pada 1% trafik pengguna nyata melalui header routing khusus (canary).</a:t>
            </a:r>
          </a:p>
          <a:p>
            <a:r>
              <a:t>- Meminimalkan dampak bisnis jika terjadi unexpected cascading failure saat pengujian berlangsung.</a:t>
            </a:r>
          </a:p>
          <a:p>
            <a:r>
              <a:t>- Integrasi dengan OpenTelemetry distributed tracing untuk memvisualisasikan jalur fault.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Jebakan Umum dalam Mengadopsi Chaos Engineering</a:t>
            </a:r>
          </a:p>
          <a:p/>
          <a:p>
            <a:r>
              <a:t>Mental Model: Never inject chaos without an automated kill switch and a customer-preserving fallback.</a:t>
            </a:r>
          </a:p>
          <a:p/>
          <a:p>
            <a:r>
              <a:t>[1. MERUSAK TANPA AUTO-ABORT]</a:t>
            </a:r>
          </a:p>
          <a:p>
            <a:r>
              <a:t>- Menyuntikkan kegagalan tanpa mekanisme monitoring otomatis dan tombol pemutus darurat.</a:t>
            </a:r>
          </a:p>
          <a:p>
            <a:r>
              <a:t>- Ketika sistem benar-benar ambruk, engineer panik mencari cara mematikan skrip pengujian.</a:t>
            </a:r>
          </a:p>
          <a:p>
            <a:r>
              <a:t>- Jangan pernah mengeksekusi eksperimen tanpa loop kill-switch yang terverifikasi.</a:t>
            </a:r>
          </a:p>
          <a:p>
            <a:r>
              <a:t>[2. MENGUKUR METRIK YANG SALAH]</a:t>
            </a:r>
          </a:p>
          <a:p>
            <a:r>
              <a:t>- Mengukur utilitas CPU, memori, atau IOPS server alih-alih keberhasilan transaksi bisnis.</a:t>
            </a:r>
          </a:p>
          <a:p>
            <a:r>
              <a:t>- CPU rendah saat server down sering disalahartikan sebagai kondisi sistem yang 'santai'.</a:t>
            </a:r>
          </a:p>
          <a:p>
            <a:r>
              <a:t>- Selalu jadikan kepuasan pengguna akhir dan error rate transaksi sebagai kompas utama.</a:t>
            </a:r>
          </a:p>
          <a:p>
            <a:r>
              <a:t>[3. CIRCUIT BREAKER TANPA FALLBACK]</a:t>
            </a:r>
          </a:p>
          <a:p>
            <a:r>
              <a:t>- Menerapkan Circuit Breaker tetapi membiarkan error ErrCircuitOpen meledak ke pengguna akhir.</a:t>
            </a:r>
          </a:p>
          <a:p>
            <a:r>
              <a:t>- Circuit Breaker hanya memotong beban downstream; tanpa fallback, pengguna tetap menerima error.</a:t>
            </a:r>
          </a:p>
          <a:p>
            <a:r>
              <a:t>- Kombinasikan selalu circuit breaker dengan strategi graceful degradation yang matang.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Panduan Keputusan: Kapan Menggunakan Chaos Engineering</a:t>
            </a:r>
          </a:p>
          <a:p/>
          <a:p>
            <a:r>
              <a:t>Mental Model: Fix fundamental error handling before adopting chaos; test resilience only after building it.</a:t>
            </a:r>
          </a:p>
          <a:p/>
          <a:p>
            <a:r>
              <a:t>[SAAT TEPAT MENGGUNAKAN]</a:t>
            </a:r>
          </a:p>
          <a:p>
            <a:r>
              <a:t>- Arsitektur Microservices dengan ketergantungan downstream kritis (Payment, Logistik, Auth).</a:t>
            </a:r>
          </a:p>
          <a:p>
            <a:r>
              <a:t>- Sistem yang memiliki Service Level Agreement (SLA) 99.9% ke atas dengan beban transaksi masif.</a:t>
            </a:r>
          </a:p>
          <a:p>
            <a:r>
              <a:t>- Ketika tim telah mengimplementasikan timeout, retry, dan circuit breaker dan ingin bukti ketahanan.</a:t>
            </a:r>
          </a:p>
          <a:p>
            <a:r>
              <a:t>- Sebelum menghadapi lonjakan trafik musiman (Flash Sale, Black Friday, promo puncak).</a:t>
            </a:r>
          </a:p>
          <a:p>
            <a:r>
              <a:t>[SAAT HARUS MENGHINDARI]</a:t>
            </a:r>
          </a:p>
          <a:p>
            <a:r>
              <a:t>- Aplikasi monolitik sederhana tanpa ketergantungan jaringan eksternal.</a:t>
            </a:r>
          </a:p>
          <a:p>
            <a:r>
              <a:t>- Sistem yang belum memiliki observabilitas dasar (metrik error rate dan logging belum tersedia).</a:t>
            </a:r>
          </a:p>
          <a:p>
            <a:r>
              <a:t>- Ketika tim belum menerapkan penanganan error dan timeout standar pada client HTTP/gRPC.</a:t>
            </a:r>
          </a:p>
          <a:p>
            <a:r>
              <a:t>- Menginjeksi chaos pada sistem yang sudah diketahui rapuh hanya membuang waktu tanpa nilai tambah.</a:t>
            </a:r>
          </a:p>
          <a:p>
            <a:r>
              <a:t>[PRASYARAT WAJIB]</a:t>
            </a:r>
          </a:p>
          <a:p>
            <a:r>
              <a:t>- Observabilitas matang, arsitektur fallback terpasang, dan safety guardrails teruji 100%.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Checklist Kesiapan Pengujian Chaos di Lingkungan Nyata</a:t>
            </a:r>
          </a:p>
          <a:p/>
          <a:p>
            <a:r>
              <a:t>Mental Model: Run through the pre-flight checklist: measure steady state, automate abort, verify clean reset.</a:t>
            </a:r>
          </a:p>
          <a:p/>
          <a:p>
            <a:r>
              <a:t>[FASE PERSIAPAN (PRE-FLIGHT)]</a:t>
            </a:r>
          </a:p>
          <a:p>
            <a:r>
              <a:t>- [x] Definisikan steady-state berbasis metrik bisnis pengguna (maksimal error rate, latensi p95).</a:t>
            </a:r>
          </a:p>
          <a:p>
            <a:r>
              <a:t>- [x] Tentukan hipotesis eksperimen yang spesifik dan terukur.</a:t>
            </a:r>
          </a:p>
          <a:p>
            <a:r>
              <a:t>- [x] Konfigurasikan durasi eksperimen dan ambang batas toleransi blast radius.</a:t>
            </a:r>
          </a:p>
          <a:p>
            <a:r>
              <a:t>[FASE EKSEKUSI (IN-FLIGHT)]</a:t>
            </a:r>
          </a:p>
          <a:p>
            <a:r>
              <a:t>- [x] Pastikan background ticker monitor aktif membaca metrik kesehatan secara kontinu.</a:t>
            </a:r>
          </a:p>
          <a:p>
            <a:r>
              <a:t>- [x] Verifikasi bahwa fallback menangani kegagalan downstream tanpa mencemari pengalaman pengguna.</a:t>
            </a:r>
          </a:p>
          <a:p>
            <a:r>
              <a:t>- [x] Uji fungsi auto-abort darurat untuk memastikan pembatalan otomatis berfungsi saat threshold breached.</a:t>
            </a:r>
          </a:p>
          <a:p>
            <a:r>
              <a:t>[FASE PASCA-UJI (POST-FLIGHT)]</a:t>
            </a:r>
          </a:p>
          <a:p>
            <a:r>
              <a:t>- [x] Verifikasi metode Clear() menetralkan seluruh gangguan seketika.</a:t>
            </a:r>
          </a:p>
          <a:p>
            <a:r>
              <a:t>- [x] Pantau pemulihan otomatis Circuit Breaker dari Half-Open kembali ke Closed.</a:t>
            </a:r>
          </a:p>
          <a:p>
            <a:r>
              <a:t>- [x] Dokumentasikan temuan eksperimen ke dalam engineering audit record untuk perbaikan sistem.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Rangkuman Esensial: Ketahanan Terverifikasi Secara Empiris</a:t>
            </a:r>
          </a:p>
          <a:p/>
          <a:p>
            <a:r>
              <a:t>Mental Model: Resilience is proven only when graceful degradation absorbs faults and safety switches halt chaos.</a:t>
            </a:r>
          </a:p>
          <a:p/>
          <a:p>
            <a:r>
              <a:t>[1. EKSPERIMEN BUKAN KERUSAKAN]</a:t>
            </a:r>
          </a:p>
          <a:p>
            <a:r>
              <a:t>- Chaos engineering adalah sains verifikasi terencana dengan hipotesis dan batas toleransi.</a:t>
            </a:r>
          </a:p>
          <a:p>
            <a:r>
              <a:t>- Tujuannya adalah menemukan kelemahan arsitektur sebelum insiden nyata merugikan pengguna.</a:t>
            </a:r>
          </a:p>
          <a:p>
            <a:r>
              <a:t>- Steady state yang sehat berpusat pada output akhir, bukan kondisi internal hardware.</a:t>
            </a:r>
          </a:p>
          <a:p>
            <a:r>
              <a:t>[2. ISOLASI &amp; DEGRADASI]</a:t>
            </a:r>
          </a:p>
          <a:p>
            <a:r>
              <a:t>- Circuit Breaker bertindak sebagai pemutus sekring untuk mencegah kegagalan downstream meluas.</a:t>
            </a:r>
          </a:p>
          <a:p>
            <a:r>
              <a:t>- Graceful fallback mengubah error fatal menjadi proses tunda yang menyelamatkan transaksi bisnis.</a:t>
            </a:r>
          </a:p>
          <a:p>
            <a:r>
              <a:t>- Kombinasi keduanya menjaga metrik kepuasan pengguna tetap sempurna di tengah bencana sistem.</a:t>
            </a:r>
          </a:p>
          <a:p>
            <a:r>
              <a:t>[3. SAFETY FIRST VIA AUTO-ABORT]</a:t>
            </a:r>
          </a:p>
          <a:p>
            <a:r>
              <a:t>- Jangan pernah menjalankan pengujian chaos tanpa loop monitor otomatis dan safety kill-switch.</a:t>
            </a:r>
          </a:p>
          <a:p>
            <a:r>
              <a:t>- Netralisasi fault secara sinkron menjamin kembalinya stabilitas sistem tanpa efek samping.</a:t>
            </a:r>
          </a:p>
          <a:p>
            <a:r>
              <a:t>- Verifikasi konkurensi dengan race detector untuk menjamin keandalan pada trafik tinggi.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Eksperimen terencana, interpretasi yang teliti.</a:t>
            </a:r>
          </a:p>
          <a:p/>
          <a:p>
            <a:r>
              <a:t>Mental Model: Continuous resilience verification separates robust engineering from naive assumption.</a:t>
            </a:r>
          </a:p>
          <a:p/>
          <a:p>
            <a:r>
              <a:t>[INFORMASI LABORATORIUM]</a:t>
            </a:r>
          </a:p>
          <a:p>
            <a:r>
              <a:t>- Software Engineering Lab: 34 - Chaos Engineering &amp; Fault Injection</a:t>
            </a:r>
          </a:p>
          <a:p>
            <a:r>
              <a:t>- Implementasi: internal/fault, internal/circuitbreaker, internal/monitor, internal/experiment</a:t>
            </a:r>
          </a:p>
          <a:p>
            <a:r>
              <a:t>- Repository: https://github.com/lukman-ss/software-engineering-lab/tree/main/labs/34-chaos-engineering</a:t>
            </a:r>
          </a:p>
          <a:p>
            <a:r>
              <a:t>- Commit Snapshot: b41fffba</a:t>
            </a:r>
          </a:p>
          <a:p>
            <a:r>
              <a:t>[VERIFIKASI &amp; AUDIT]</a:t>
            </a:r>
          </a:p>
          <a:p>
            <a:r>
              <a:t>- Penulis: Lukman / lukman-ss</a:t>
            </a:r>
          </a:p>
          <a:p>
            <a:r>
              <a:t>- Status Pengujian: PASS (5/5 unit &amp; race tests lolos)</a:t>
            </a:r>
          </a:p>
          <a:p>
            <a:r>
              <a:t>- Race Detection: PASS (go test -race ./... clean)</a:t>
            </a:r>
          </a:p>
          <a:p>
            <a:r>
              <a:t>- Demo Output: Baseline OK, Resilient Fallback OK, Auto-Abort OK, Recovery OK</a:t>
            </a:r>
          </a:p>
          <a:p>
            <a:r>
              <a:t>[CATATAN RUNTIME]</a:t>
            </a:r>
          </a:p>
          <a:p>
            <a:r>
              <a:t>- Lab menggunakan counter kumulatif in-memory untuk determinisme pengujian.</a:t>
            </a:r>
          </a:p>
          <a:p>
            <a:r>
              <a:t>- Di lingkungan produksi, terapkan sliding time window dan mesh network injection.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Chaos Engineering &amp; Fault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Membuktikan Ketahanan Sistem Terdistribusi Secara Empiris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34 --topic 'chaos-engineering'</a:t>
            </a:r>
            <a:br/>
            <a:r>
              <a:t>&gt; author: Lukman / lukman-ss | status: PRODUCTION VERIFIED</a:t>
            </a:r>
            <a:br/>
            <a:r>
              <a:t>&gt; commit: b41fffba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Ketahanan Sistem Tanpa Bukti Empiris Adalah Asumsi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Layanan terdistribusi rentan ambruk saat downstream mengalami latensi atau outage mendadak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Klaim ketahanan arsitektur microservice sering kali hanya diuji pada happy path dan mock unit test sederhana.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Saat ketergantungan downstream melambat atau gagal, ketiadaan perlindungan memicu antrean thread dan resource exhaustion.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Tanpa pengujian empiris terencana, insiden production pertama menjadi tempat uji coba yang mahal bagi reputasi.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BAHAYA CASCADING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Latensi downstream 500ms dapat mengunci connection pool HTTP client dalam hitungan detik.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Kegagalan satu payment gateway merembet ke checkout, cart, hingga mematikan API gateway hulu.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Pengujian integrasi statis tidak mampu mensimulasikan kegagalan jaringan yang fluktuatif.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Membangun framework eksperimen chaos deterministik di Go 1.22+ murni tanpa external library.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Menyuntikkan latensi dan error downstream secara terprogram di memori.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Membuktikan isolasi kegagalan lewat Circuit Breaker dan graceful degradation fallback.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Resilience without empirical verification is merely wishful thinking.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Empat Langkah Baku Eksperimen Ilmiah Perangkat Lunak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Chaos engineering merupakan disiplin verifikasi terstruktur, bukan aksi merusak server secara acak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1. STEADY STATE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Definisikan metrik kesehatan output yang dirasakan pengguna, seperti rasio error dan throughput transaksi.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Fokus pada metrik eksternal bisnis, bukan metrik internal sistem seperti beban CPU atau penggunaan RAM node.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Tentukan baseline angka normal sebelum eksperimen dijalankan sebagai acuan toleransi.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2. HIPOTESIS &amp; INJEKSI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Rumuskan hipotesis: 'Steady-state error rate tetap di bawah ambang batas meskipun downstream mati'.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Suntikkan gangguan terkontrol: latensi jaringan tiruan atau pemaksaan error status downstream.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Jalankan injeksi pada durasi terukur dengan interval observasi metrik periodik.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3. BLAST RADIUS &amp; ABORT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Tetapkan safety guardrails ketat: auto-abort langsung aktif saat metrik melanggar threshold toleransi.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Sinkronisasi pembersihan fault injector seketika untuk mengembalikan trafik normal.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Buktikan bahwa sistem memulihkan diri secara mandiri tanpa intervensi manual tim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Define steady state first, inject controlled turbulence, and abort automatically on breach.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Steady State: Mengukur Dampak Pengguna, Bukan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Kesehatan arsitektur diukur dari error rate transaksi akhir, bukan persentase utilitas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METRIK OUTPUT VS INTERNAL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Metrik internal (CPU 80%, RAM 4GB) sering menipu: node sibuk belum tentu melayani pengguna dengan benar.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Metrik output (Error Rate, Order Completion Rate) langsung mencerminkan kepuasan konsumen.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menetapkan ambang batas error rate maksimum (contoh: 20% - 25%) sebagai batas steady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SAMPLE WARMUP MINIMUM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Evaluasi kesehatan membutuhkan minimal 5 sampel request awal sebelum perhitungan error rate dieksekusi.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false alarm saat request pertama kebetulan gagal pada saat inisialisasi koneksi.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Memastikan rasio error dihitung berdasarkan data agregat yang cukup representatif.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DATA METRIK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TotalRequests: akumulasi seluruh request masuk yang dilayani client.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FailedRequests: jumlah request yang berujung kegagalan atau error.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SuccessRequests: request yang berhasil diselesaikan via jalur utama maupun fallback.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Measure customer-facing output metrics to define health, never component internals.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labs/34-chaos-engineering/internal/monitor/monitor.go:8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Topologi Komponen dan Siklus Closed-Loop Kontrol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Pemisahan tegas antara injeksi kegagalan, mitigasi client, monitor metrik, dan abort runner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DIAGRAM ALUR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[Client Request] --&gt; [Resilient Client (Circuit Breaker)]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                  |--&gt; Downstream Service (with Injector)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                  |--&gt; Graceful Fallback (on Failure / Open)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[Steady State Monitor] &lt;-- (Records Success / Failure)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[Experiment Runner] checks Monitor Ticker --&gt; Triggers Auto-Abort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PEMBAGIAN KOMPONEN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internal/fault: Mengatur latensi buatan dan pemaksaan error downstream secara thread-safe.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internal/circuitbreaker: State machine 3 fasa (Closed, Open, Half-Open) pengendali akses.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internal/monitor: Pelacak metrik rasio kegagalan berbasis operasi atomik berkecepatan tinggi.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internal/experiment: Orkestrator siklus hidup pengujian dengan kemampuan auto-abort sinkron.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CLOSED-LOOP FEEDBACK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Runner tidak berjalan buta; runner membaca kondisi monitor secara periodik via background ticker.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monitor melaporkan status tidak sehat, runner seketika menetralkan injector downstream.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Mengeliminasi risiko eksperimen tertinggal yang merusak trafik production secara permanen.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closed-loop monitor guarantees turbulence stops before customer harm becomes permanent.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labs/34-chaos-engineering/content/04-diagrams.md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Injeksi Fault: Simulasi Latensi dan Error Terprogram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Implementasi thread-safe menggunakan sync.RWMutex dan time.After dengan pembatalan konteks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INJECTOR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(fi *Injector) Execute(ctx context.Context)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fi.mu.RLock()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enabled, latency, forceErr := fi.enabled, fi.latency, fi.forceError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fi.mu.RUnlock()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!enabled { return nil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latency &gt; 0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select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&lt;-time.After(latency):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&lt;-ctx.Done(): return ctx.Err()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forceErr { return ErrInjectedFault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nil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DUKUNGAN CONTEXT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Latensi injeksi mendengarkan ctx.Done() agar request timeout client langsung dibatalkan.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goroutine leak saat client membatalkan transaksi di tengah penundaan waktu.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Mendukung timeout standar library context Go secara alami tanpa blocking abadi.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MUTEX SYNCHRONIZATION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Operasi SetFault() dan Clear() menggunakan Lock eksklusif untuk mutasi state instan.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Operasi Execute() dan IsEnabled() menggunakan RLock untuk throughput pembacaan tinggi.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Terbukti bebas race condition di bawah pengujian go test -race.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Inject faults at system boundaries with context awareness to prevent goroutine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labs/34-chaos-engineering/internal/fault/injector.go:46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State Machine Circuit Breaker: Tiga Fasa Proteksi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Mendeteksi kegagalan beruntun, memutus arus panggilan, dan menguji pemulihan otomatis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CLOSED STATE (NORMAL)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Permintaan dialirkan langsung ke downstream service tanpa hambatan.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kegagalan menaikkan counter failures secara kumulatif.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counter failures mencapai threshold, state seketika melompat ke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OPEN STATE (ISOLASI)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Permintaan langsung dialihkan ke fallback tanpa pernah memanggil downstream (fail-fast).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Melindungi downstream yang sedang sekarat dari gempuran beban trafik baru.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Setelah masa cooldown terlewati, pemanggilan berikutnya menggeser state ke HALF-OPEN.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HALF-OPEN (PROBING)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Mengizinkan satu panggilan uji coba menerobos ke downstream untuk mengetes kesehatan.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panggilan uji coba berhasil: state kembali ke CLOSED dan failure counter di-reset nol.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panggilan uji coba gagal: state langsung terhempas kembali ke OPEN dengan cooldown baru.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circuit breaker isolates downstream failures and probes recovery without manual restarts.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labs/34-chaos-engineering/internal/circuitbreaker/circuitbreaker.go:12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Eksekusi Terproteksi dan Pengalihan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Struktur eksekusi fungsi membungkus logika utama dengan pemulihan otomatis dan isolasi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CIRCUIT BREAKER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(cb *CircuitBreaker) Execute(fn, fallback func() error)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cb.mu.Lock()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cb.checkStateLocked()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cb.state == StateOpen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cb.mu.Unlock()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if fallback != nil { return fallback()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return ErrCircuitOpen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cb.mu.Unlock()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err := fn()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// Update state &amp; trigger fallback on error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cb.handleResult(err, fallback)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MANAJEMEN KUNCI MUTEX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Mutex dilepas sebelum eksekusi fn() untuk mencegah contention saat downstream lambat.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Pengecekan cooldown dilakukan di checkStateLocked() sebelum status OPEN dievaluasi.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 transitions terlindungi penuh tanpa mengunci thread eksekusi I/O utama.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GRACEFUL ERROR HANDLING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fallback didefinisikan, error downstream ditelan dan fallback dieksekusi transparan.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fallback bernilai nil, error asli atau ErrCircuitOpen diteruskan ke pemanggil.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Memungkinkan fleksibilitas tinggi antara fail-silent atau fail-explicit.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Release locks before downstream calls to avoid thread lockups during degraded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labs/34-chaos-engineering/internal/circuitbreaker/circuitbreaker.go:64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Graceful Degradation: Menyelamatkan Metrik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Ketika primary gateway gagal, antrean fallback memastikan pesanan tidak hilang sia-sia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JALUR PRIMARY VS FALLBACK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Jalur Utama: Pemanggilan sinkron langsung ke Payment Gateway eksternal.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Jalur Fallback: Memasukkan payload transaksi ke antrean asinkron (Payment Queued).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Pengguna menerima konfirmasi antrean alih-alih layar error HTTP 500 yang merusak konversi.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DAMPAK PADA METRIK STEADY-STATE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Monitor mencatat request fallback sebagai SUCCESS di sisi pengalaman konsumen.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Tingkat kegagalan sistem tetap terjaga pada 0.00% meskipun downstream mengalami pemadaman 100%.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Circuit Breaker mencegah lonjakan latensi dengan mengalihkan request secara instan (&lt;1ms).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FALLBACK ARSITEKTUR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Fallback harus beroperasi lokal atau menggunakan infrastruktur penyimpanan yang terisolasi.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menggunakan fallback yang bergantung pada dependensi jaringan yang sama dengan primary.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Pastikan ada worker rekonsiliasi asinkron untuk memproses ulang data antrean saat downstream pulih.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Graceful fallbacks convert hard outages into delayed asynchronous completions.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labs/34-chaos-engineering/cmd/demo/main.go:38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Pelacakan Rasio Kegagalan Menggunakan Operasi Atomik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Mengeliminasi overhead penguncian pada jalur transaksi dengan memanfaatkan paket sync/atomic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MONITOR ATOMIK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(m *Monitor) RecordSuccess()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atomic.AddUint64(&amp;m.totalRequests, 1)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(m *Monitor) RecordFailure()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atomic.AddUint64(&amp;m.totalRequests, 1)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atomic.AddUint64(&amp;m.failedRequests, 1)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(m *Monitor) IsHealthy() bool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total := atomic.LoadUint64(&amp;m.totalRequests)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total &lt; 5 { return true } // Warmup minimum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m.ErrorRate() &lt;= m.maxErrorRate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EFISIENSI ATOMIK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atomic.AddUint64 berjalan pada level instruksi CPU (lock-free) tanpa blokade mutex antrean.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Cocok untuk throughput jutaan request per detik di lingkungan microservice berskala besar.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akurasi penghitungan total dan kegagalan pada pengujian multi-goroutine.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EVALUASI THRESHOLD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ErrorRate() menghitung rasio gagal terhadap total secara real-time.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Threshold kesehatan maxErrorRate (misal 0.20 atau 20%) menjadi dasar evaluasi IsHealthy().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Kombinasi ambang batas dan minimum sample mencegah false positive selama fase rintisan.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Lock-free atomic counters track health metrics without adding contention to hot paths.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labs/34-chaos-engineering/internal/monitor/monitor.go:27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Orkestrator Eksperimen dan Mekanisme Auto-Abort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Loop monitoring periodik menjamin penghentian darurat seketika saat metrik terdegradasi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SIKLUS RUNNER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(e *Experiment) Run(ctx context.Context)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e.injector.SetFault(e.config.Latency, e.config.ForceError)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ticker := time.NewTicker(e.config.MonitorInterval)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defer ticker.Stop()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select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&lt;-ctx.Done(): e.terminate(StateAborted, ...)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&lt;-timeout:   e.terminate(StateCompleted, ...)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&lt;-ticker.C: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if !e.monitor.IsHealthy()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    e.terminate(StateAborted, reason)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    return fmt.Errorf("aborted: %s", reason)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TERMINASI SINKRON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Fungsi terminate() memanggil e.injector.Clear() secara langsung di dalam blok mutasi state.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injeksi latensi dan error mati dalam hitungan milidetik saat ambang batas terlanggar.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efek samping tertinggal yang membahayakan siklus pengujian berikutnya.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STATUS REASON AUDIT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Runner menyimpan string alasan pembatalan (abortReason) secara transparan untuk audit log.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Menyajikan persentase pasti pelanggaran error rate pada saat eksperimen dihentikan paksa.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Mempermudah identifikasi kelemahan arsitektur sebelum melanjutkan ke perbaikan berikutnya.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 automated kill switch is mandatory before injecting turbulence into any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labs/34-chaos-engineering/internal/experiment/runner.go:60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Pengendalian Blast Radius: Mencegah Malapetaka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pilar proteksi untuk memastikan pengujian chaos tidak menimbulkan kerugian nyata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TEMPORAL (WAKTU)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eksperimen wajib memiliki durasi waktu maksimum yang kaku (misal 300ms - 500ms).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waktu habis sebelum terjadi anomali, eksperimen selesai dengan status COMPLETED.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boleh ada eksperimen chaos yang dibiarkan aktif tanpa batas waktu akhir.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METRIK (HEALTH)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Pemeriksaan kesehatan dilakukan berulang pada interval pendek (misal 20ms - 40ms).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Pelanggaran ambang batas langsung memicu auto-abort tanpa menunggu durasi eksperimen selesai.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Menahan dampak kegagalan agar tidak pernah menyebar ke lebih dari persentase toleransi.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PEMBERSIHAN TOTAL (CLEANUP)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Metode Clear() mengembalikan flag enabled ke false dan mereset nilai latensi menjadi nol.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Pembersihan dieksekusi sinkron di terminate(), bukan mengandalkan garbage collector atau cron.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kembali ke status baseline sejati dalam durasi kurang dari 1 milidetik.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Timeouts, metric thresholds, and immediate cleanups define the blast radius sandbox.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labs/34-chaos-engineering/internal/experiment/runner.go:91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Demo Kasus Pembayaran: Baseline dan Mitigasi Sukses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Simulasi interaktif membuktikan kestabilan baseline dan keampuhan graceful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1: BASELINE (REQ #1 - #5)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5 request dikirim dalam kondisi downstream normal tanpa adanya gangguan buatan.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Seluruh request berhasil dilayani lewat jalur utama: 'Payment Success (Primary)'.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Circuit Breaker bertahan di state CLOSED; error rate monitor tercatat 0.00%.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2: RESILIENT CLIENT (REQ #6 - #15)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Eksperimen menyuntikkan kegagalan error 100% pada downstream service selama 300ms.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 #6 &amp; #7: Gagal di primary, dialihkan mulus ke 'Payment Queued (Fallback)' (CB: CLOSED).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 #8: Threshold 3 kegagalan terlampaui; Circuit Breaker seketika meloncat ke OPEN.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 #9 - #15: Fast-fail tanpa memanggil downstream, langsung mengeksekusi fallback (CB: OPEN).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STEADY-STATE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Total Requests: 15 | Success: 15 | Failed: 0 | Error Rate: 0.00%.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Eksperimen selesai dengan status COMPLETED karena steady-state kesehatan tidak pernah terlanggar.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Pelanggan tetap terlayani tanpa menyadari adanya pemadaman total di downstream gateway.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Graceful degradation keeps error rate at zero even while the circuit breaker trips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labs/34-chaos-engineering/cmd/demo/main.go:52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Demo Fase 3 &amp; 4: Auto-Abort dan Pemulihan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Eksperimen tanpa mitigasi memicu pembatalan otomatis, diikuti pemulihan penuh trafik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3: AUTO-ABORT UNMITIGATED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Menjalankan eksperimen kedua pada raw service call tanpa perlindungan fallback.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Raw Call #1 &amp; #2 gagal berturut-turut, mendongkrak error rate melompat ke 33.33%.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Ambang batas 20% dilanggar: Runner langsung membatalkan pengujian dengan status ABORTED.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Alasan pembatalan: 'Steady state breached: error rate 33.33% exceeded threshold'.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Fault Injector langsung dinetralkan otomatis (Active: false).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4: TRAFIK RECOVERY (REQ #16 - #20)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Setelah jeda cooldown 200ms, trafik produksi normal dialirkan kembali ke sistem.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 #16 melintas pada mode HALF-OPEN, downstream sukses merespons, state reset ke CLOSED.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 #17 - #20 meluncur mulus via jalur utama 'Payment Success (Primary)' (CB: CLOSED).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BUKTI PENUTUP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berhasil melindungi diri sendiri dari gangguan yang melampaui batas toleransi.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Pemulihan berlangsung sepenuhnya otomatis tanpa restart service atau intervensi operator.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Unmitigated turbulence triggers instant auto-abort, enabling self-healing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labs/34-chaos-engineering/cmd/demo/main.go:90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Verifikasi Pengujian: Lima Test Case Lolos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Rangkaian unit test dan race detector membuktikan akurasi state dan thread-safety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UJI LABORATORIUM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 Suite | Target Verifikasi | Hasil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TestFaultInjector | Latensi, Force Error, &amp; Pembersihan Clear() | PASS (0.01s)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TestCircuitBreakerStateTransitions | Closed -&gt; Open -&gt; Half-Open -&gt; Closed | PASS (0.06s)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TestCircuitBreakerGracefulDegradation | Eksekusi fallback menelan error downstream | PASS (0.00s)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TestExperimentAutoAbortOnSteadyStateViolation | Auto-abort saat steady-state terlanggar | PASS (0.01s)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TestConcurrencyAndRace | 50 Goroutine konkuren membaca &amp; memutasi state | PASS (0.00s)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RACE DETECTOR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Perintah eksekusi: go test -race ./...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Output: ok labs/34-chaos-engineering/tests 1.481s.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Nol data race terdeteksi pada seluruh interaksi mutex dan atomic pointer.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DETERMINISME PENGUJIAN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Seluruh test dirancang deterministik tanpa ketergantungan pada port jaringan nyata.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build pipeline CI/CD dapat mengeksekusi suite chaos dalam waktu di bawah 2 detik.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Automated test assertions with race detection turn theoretical resilience into verified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labs/34-chaos-engineering/tests/chaos_test.go:1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Desain Konkurensi: Harmonisasi RWMutex dan Mutex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Pemisahan strategi sinkronisasi berdasarkan pola akses read-heavy dan write-heavy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RWMUTEX PADA FAULT INJECTOR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Pola pembacaan (Execute, IsEnabled) sangat dominan selama ribuan request per detik.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sync.RWMutex memungkinkan banyak goroutine membaca konfigurasi fault secara simultan.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Write lock hanya diambil sesaat saat injeksi diaktifkan (SetFault) atau dinetralkan (Clear).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MUTEX PADA CIRCUIT BREAKER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transisi state melibatkan pembaruan variabel kegagalan dan timestamp lastStateChg.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sync.Mutex standar menjamin serialisasi transisi state yang presisi tanpa race condition.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Lock dilepas sebelum pemanggilan delegat fn() untuk mencegah thread bottleneck.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ATOMIC PADA MONITOR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Penghitungan metrik tidak menggunakan lock sama sekali pada level agregasi.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atomic.AddUint64 dan LoadUint64 memastikan pembacaan throughput zero-latency.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risiko deadlock antara monitor dan komponen pemanggil transaksi.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Match the concurrency primitive to the access pattern: atomic for counters, RWMutex for flags.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labs/34-chaos-engineering/engineering/02-implementation-notes.md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Perbandingan: Sistem Naif vs Sistem Berketahanan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Perbedaan perilaku sistem saat menghadapi kegagalan downstream pada skala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Dimensi Evaluasi | Sistem Naif (Tanpa Chaos/CB) | Resilient Client (Lab 34)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Downstream Latency | Thread terkunci, connection pool habis | Fast-fail lewat Circuit Breaker (&lt;1ms)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Downstream Outage | HTTP 500 error langsung ke konsumen | Graceful fallback (antrean transaksi)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Error Rate Pengguna | Melonjak drastis hingga 100% | Tetap 0.00% berkat fallback terisolasi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Verifikasi Ketahanan | Tebakan pasif / manual staging | Eksperimen terprogram &amp; auto-abort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Pemulihan Layanan | Membutuhkan restart service manual | Otomatis pulih via probe Half-Open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PERBEDAAN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naif membiarkan kegagalan downstream merembet ke seluruh ekosistem layanan.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berketahanan mengisolasi anomali pada batas perimeter dan meredam dampaknya.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KEUNTUNGAN BISNIS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kerugian finansial akibat transaksi belanja yang gagal terproses.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Menjaga service level objective (SLO) ketersediaan tetap prima di hadapan pelanggan.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Resilient systems bend under turbulence through isolation; naive systems shatter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Trade-off dan Batasan Implementasi Laboratorium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Penyederhanaan model lab untuk kejelasan konsep versus kebutuhan sistem production nyata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PENYEDERHANAAN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Metrik Kumulatif: Lab menggunakan counter kumulatif sederhana; production membutuhkan sliding window.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Injeksi In-Memory: Simulasi dilakukan dalam runtime Go lokal, bukan manipulasi paket jaringan (iptables/eBPF).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Error Rate Sederhana: Belum memperhitungkan latensi persentil p95/p99 atau anomali jitter.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FIELD UNUSED DI INJECTOR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Field errorRate float64 pada internal/fault/injector.go tidak diaktifkan pada logika eksekusi.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sengaja menggunakan determinisme penuh via forceError bool untuk menjamin hasil test yang stabil.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Hindari klaim pengujian probabilistik parsial pada implementasi lab saat ini.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OVERHEAD DAN BIAYA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Penerapan circuit breaker menambahkan beberapa nanodetik latensi CPU per transaksi.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Penyimpanan fallback antrean membutuhkan alokasi storage dan worker pemrosesan asinkron.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Investasi arsitektur sebanding dengan proteksi downtime yang diperoleh di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Acknowledge lab simplifications honestly: cumulative counters teach the logic, sliding windows run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Jalur Evolusi Menuju Skala Produksi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Mentransformasikan implementasi lab menjadi platform chaos engineering tingkat lanjut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SLIDING TIME WINDOWS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Gantikan counter seumur hidup dengan ring-buffer 60 detik (misal Hystrix / Resilience4j style).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riwayat kegagalan masa lalu membebani keputusan isolasi pada trafik masa kini.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Menghasilkan evaluasi kesehatan real-time yang jauh lebih responsif terhadap perubahan kondisi.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EBPF &amp; SERVICE MESH INJECTION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Pindahkan injeksi dari kode aplikasi internal ke layer infrastruktur (Envoy proxy / Chaos Mesh).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Menyuntikkan packet loss, TCP drop, dan DNS failure tanpa mengubah satu baris pun kode bisnis.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Menguji ketahanan sistem secara transparan pada level kernel sistem operasi.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CANARY EXPERIMENT ROUTING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Batasi injeksi hanya pada 1% trafik pengguna nyata melalui header routing khusus (canary).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Meminimalkan dampak bisnis jika terjadi unexpected cascading failure saat pengujian berlangsung.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Integrasi dengan OpenTelemetry distributed tracing untuk memvisualisasikan jalur 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Progress from in-memory mocks to eBPF mesh injection as chaos maturity grows.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Jebakan Umum dalam Mengadopsi Chaos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Kesalahan fatal yang dapat mengubah latihan ketahanan menjadi bencana downtime nyata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1. MERUSAK TANPA AUTO-ABORT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Menyuntikkan kegagalan tanpa mekanisme monitoring otomatis dan tombol pemutus darurat.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Ketika sistem benar-benar ambruk, engineer panik mencari cara mematikan skrip pengujian.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pernah mengeksekusi eksperimen tanpa loop kill-switch yang terverifikasi.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2. MENGUKUR METRIK YANG SALAH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Mengukur utilitas CPU, memori, atau IOPS server alih-alih keberhasilan transaksi bisnis.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CPU rendah saat server down sering disalahartikan sebagai kondisi sistem yang 'santai'.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Selalu jadikan kepuasan pengguna akhir dan error rate transaksi sebagai kompas utama.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3. CIRCUIT BREAKER TANPA FALLBACK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Menerapkan Circuit Breaker tetapi membiarkan error ErrCircuitOpen meledak ke pengguna akhir.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Circuit Breaker hanya memotong beban downstream; tanpa fallback, pengguna tetap menerima error.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Kombinasikan selalu circuit breaker dengan strategi graceful degradation yang matang.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Never inject chaos without an automated kill switch and a customer-preserving fallback.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Panduan Keputusan: Kapan Menggunakan Chaos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Kriteria kematangan arsitektur sebelum memulai eksperimen gangguan terprogram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SAAT TEPAT MENGGUNAKAN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Arsitektur Microservices dengan ketergantungan downstream kritis (Payment, Logistik, Auth).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yang memiliki Service Level Agreement (SLA) 99.9% ke atas dengan beban transaksi masif.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Ketika tim telah mengimplementasikan timeout, retry, dan circuit breaker dan ingin bukti ketahanan.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Sebelum menghadapi lonjakan trafik musiman (Flash Sale, Black Friday, promo puncak).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SAAT HARUS MENGHINDARI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Aplikasi monolitik sederhana tanpa ketergantungan jaringan eksternal.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yang belum memiliki observabilitas dasar (metrik error rate dan logging belum tersedia).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Ketika tim belum menerapkan penanganan error dan timeout standar pada client HTTP/gRPC.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Menginjeksi chaos pada sistem yang sudah diketahui rapuh hanya membuang waktu tanpa nilai tambah.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PRASYARAT WAJIB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Observabilitas matang, arsitektur fallback terpasang, dan safety guardrails teruji 100%.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Fix fundamental error handling before adopting chaos; test resilience only after building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Kesiapan Pengujian Chaos di Lingkungan Nyata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Daftar periksa esensial sebelum menyuntikkan gangguan terkontrol ke sistem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PERSIAPAN (PRE-FLIGHT)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Definisikan steady-state berbasis metrik bisnis pengguna (maksimal error rate, latensi p95).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Tentukan hipotesis eksperimen yang spesifik dan terukur.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Konfigurasikan durasi eksperimen dan ambang batas toleransi blast radius.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EKSEKUSI (IN-FLIGHT)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Pastikan background ticker monitor aktif membaca metrik kesehatan secara kontinu.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Verifikasi bahwa fallback menangani kegagalan downstream tanpa mencemari pengalaman pengguna.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Uji fungsi auto-abort darurat untuk memastikan pembatalan otomatis berfungsi saat threshold breached.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PASCA-UJI (POST-FLIGHT)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Verifikasi metode Clear() menetralkan seluruh gangguan seketika.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Pantau pemulihan otomatis Circuit Breaker dari Half-Open kembali ke Closed.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[x] Dokumentasikan temuan eksperimen ke dalam engineering audit record untuk perbaikan sistem.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through the pre-flight checklist: measure steady state, automate abort, verify clean reset.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Rangkuman Esensial: Ketahanan Terverifikasi Secara Empiris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pilar fundamental dalam membangun sistem yang tangguh menghadapi turbulensi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1. EKSPERIMEN BUKAN KERUSAKAN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Chaos engineering adalah sains verifikasi terencana dengan hipotesis dan batas toleransi.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Tujuannya adalah menemukan kelemahan arsitektur sebelum insiden nyata merugikan pengguna.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Steady state yang sehat berpusat pada output akhir, bukan kondisi internal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2. ISOLASI &amp; DEGRADASI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Circuit Breaker bertindak sebagai pemutus sekring untuk mencegah kegagalan downstream meluas.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Graceful fallback mengubah error fatal menjadi proses tunda yang menyelamatkan transaksi bisnis.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Kombinasi keduanya menjaga metrik kepuasan pengguna tetap sempurna di tengah bencana sistem.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3. SAFETY FIRST VIA AUTO-ABORT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pernah menjalankan pengujian chaos tanpa loop monitor otomatis dan safety kill-switch.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Netralisasi fault secara sinkron menjamin kembalinya stabilitas sistem tanpa efek samping.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Verifikasi konkurensi dengan race detector untuk menjamin keandalan pada trafik tinggi.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Resilience is proven only when graceful degradation absorbs faults and safety switches halt chaos.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labs/34-chaos-engineering/content/05-key-takeaways.md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34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Eksperimen terencana, interpretasi yang teliti.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INFORMASI LABORATORIUM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Software Engineering Lab: 34 - Chaos Engineering &amp; Fault Injection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Implementasi: internal/fault, internal/circuitbreaker, internal/monitor, internal/experiment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Repository: https://github.com/lukman-ss/software-engineering-lab/tree/main/labs/34-chaos-engineering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Snapshot: b41fffba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VERIFIKASI &amp; AUDIT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Penulis: Lukman / lukman-ss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Status Pengujian: PASS (5/5 unit &amp; race tests lolos)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Race Detection: PASS (go test -race ./... clean)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Demo Output: Baseline OK, Resilient Fallback OK, Auto-Abort OK, Recovery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CATATAN RUNTIME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Lab menggunakan counter kumulatif in-memory untuk determinisme pengujian.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Di lingkungan produksi, terapkan sliding time window dan mesh network injection.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Continuous resilience verification separates robust engineering from naive assumption.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