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b-21-outbox-pattern-cove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Dual-Write Problem dalam Arsitektur Terdistribusi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Ketiadaan atomicity jaringan memicu inkonsistensi permanen antara database dan message broker.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MOTIVASI REKAYASA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Layanan modern perlu mengupdate DB lokal dan publish event ke broker.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Tidak ada transaksi atomik bawaan yang melintasi database dan antrean broker eksternal.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Jika database commit sukses tetapi broker publish gagal, event lenyap permanen.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BATAS LAB 21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Lab menguji perbedaan deterministik antara naive dual-write vs outbox pattern.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Menggunakan database transaksional in-memory Go dengan dukungan BeginTx, Commit, dan Rollback.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Simulasi kegagalan broker membuktikan risiko nyata state divergence tanpa outbox.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Network calls cannot participate in database ACID transactions. Dual-write guarantees eventual inconsistency.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README.md • internal/outbox/service.go                                                                                                                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Model Mental: Penyatuan Batas Transaksi Tunggal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Pindahkan operasi pengiriman pesan kedua ke dalam batas transaksi yang sama dengan operasi pertama.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PRINSIP UTAMA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Alih-alih menulis ke database lalu ke broker, tulis data dan event ke database bersamaan.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Tabel outbox_events bertindak sebagai antrean transit lokal yang dijamin ACID.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Jika transaksi domain di-rollback, event outbox otomatis ikut terhapus tanpa sisa.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JAMINAN KONSISTENSI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Atomic commit menjamin hubungan sebab-akibat: order ada = event ada.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Proses latar belakang asinkron (relay) bertugas meneruskan pesan ke broker.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Relay dapat gagal dan melakukan retry berkali-kali tanpa risiko kehilangan event.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Shift the second write into the same transaction boundary as the first for bulletproof atomicity.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content/01-content-brief.md • 02-master-draft.md                                                                                                                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Anatomi Kegagalan: Skenario Dual-Write Naif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Menganalisis dua varian urutan imperatif yang keduanya membawa risiko anomali data serius.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SKENARIO A: COMMIT DULU, PUBLISH KEMUDIAN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1. tx.SaveOrder(order) dieksekusi di database.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2. tx.Commit() berhasil; data pesanan resmi tersimpan permanen.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3. broker.Publish() gagal akibat timeout/crash; pesanan ada tetapi stok tidak terpotong.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SKENARIO B: PUBLISH DULU, COMMIT KEMUDIAN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1. broker.Publish() sukses; downstream langsung memproses event.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2. tx.SaveOrder() gagal (unique constraint/deadlock); transaksi DB rollback.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3. Phantom event: downstream memproses pesanan yang tidak pernah eksis di DB.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Neither commit-first nor publish-first is safe. Order of operations cannot solve lack of distributed atomicity.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internal/outbox/service.go • CreateOrderDualWriteNaive                                                                                                                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Mengapa Two-Phase Commit (2PC / XA) Bukan Jawaban?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Hambatan operasional, kompatibilitas protokol, dan latensi ekstrem dalam ekosistem terdistribusi modern.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KETERBATASAN PROTOKOL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Platform pesan modern (Apache Kafka, RabbitMQ, NATS) tidak mendukung protokol XA.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2PC mengasumsikan resource manager homogen dan kooperator terpercaya.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Mengharuskan koordinator transaksi terpusat yang menjadi single point of failure.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IMPAK PERFORMA SISTEM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Fase prepare menahan database lock dalam durasi lama di seluruh node partisipan.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Throughput transaksi anjlok drastis akibat blocking locks dan latency jaringan bertingkat.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Partisi jaringan pada fase komit membiarkan database menggantung dalam in-doubt state.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Distributed 2PC sacrifices availability and latency for atomicity. The Outbox pattern preserves autonomy.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content/02-master-draft.md • Konsep Inti                                                                                                                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Skema Tabel Outbox: Struktur Rekaman Event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Menyimpan intent komunikasi asinkron sebagai baris data relasional terstruktur.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STRUKTUR DESAIN LENGKAP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ID: UUID unik untuk pelacakan dan deteksi duplikasi hilir.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AggregateID &amp; Type: Kunci entitas (mis: OrderID) untuk partisi Kafka.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Payload: Serialisasi JSON status entitas (thin vs fat event).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IMPLEMENTASI EFEKTIF LAB 21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Struct OutboxMessage: ID, EventType, Payload, Status, CreatedAt.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Penyederhanaan: Kolom agregat ditiadakan karena lab memfokuskan pada atomicity inti.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Status: PENDING saat dibuat di dalam transaksi, PROCESSED setelah dispatch sukses.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The outbox table is a durable staging buffer that bridges transactional domain state and asynchronous events.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internal/outbox/model.go • OutboxMessage struct                                                                                                                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Implementasi Kode: Transaksi Atomik Bersama di Go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Mengikat persistensi order dan staging outbox dalam satu blok BeginTx hingga Commit.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ALUR EKSEKUSI TX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1. Buka transaksi database lokal: tx := s.db.BeginTx().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2. Serialisasi entitas order ke JSON payload via json.Marshal.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3. Inisialisasi OutboxMessage dengan ID unik 'evt-{orderID}' dan status PENDING.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PENJAGA INTEGRITAS (ROLLBACK)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Panggil tx.SaveOrder(order); rollback seketika jika terjadi error.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Panggil tx.SaveOutbox(msg); rollback seketika jika terjadi error.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Eksekusi tx.Commit(): kedua baris data resmi tersimpan secara atomik.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Atomic commitment guarantees domain entity and event record either exist together or not at 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internal/outbox/service.go • CreateOrderWithOutbox()                                                                                                                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Verifikasi Uji: Happy Path dan Rollback Deterministic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Pengujian otomatis membuktikan integritas atomik saat sukses maupun saat pembatalan.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TEST HAPPY PATH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OrderService menyimpan order 'o-1' dan outbox 'evt-o-1' secara atomik.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Relay memindai outbox, menerbitkan pesan ke broker, dan menandai PROCESSED.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Consumer memproses pesan; seluruh assertion data terverifikasi konsisten.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TEST ROLLBACK DETERMINISTIK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Transaksi disimulasikan gagal dan memanggil tx.Rollback().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Verifikasi database: db.GetOrder('o-roll') bernilai nil.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Verifikasi outbox: tidak ada pesan 'evt-o-roll' yang tersimpan maupun dikirimkan.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Rollback guarantees zero leakage: aborted business operations never emit rogue events to the broker.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tests/outbox_test.go • TestTransactionalOutbox_Rollback                                                                                                                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Pembuktian Nyata Kegagalan Dual-Write Tanpa Outbox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Simulasi gangguan broker pada metode naif menghasilkan inkonsistensi status sistem.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SKENARIO PENGUJIAN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TestDualWriteProblem_Failure mengaktifkan mode broker.SetFailNext(true).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OrderService memanggil CreateOrderDualWriteNaive untuk order 'o-fail'.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Operasi database commit sukses, tetapi pemanggilan broker publish memicu error.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BUKTI DATA DIVERGENCE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Database assert: order 'o-fail' tersimpan permanen di memori database.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Broker assert: len(broker.GetMessages()) == 0 (antrean kosong melompong).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Sistem terpecah: status internal berubah, tetapi ekosistem luar tidak pernah tahu.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The naive dual-write test proves silent event drop is inevitable when network writes follow commits.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tests/outbox_test.go • TestDualWriteProblem_Failure                                                                                                                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Mekanisme Message Relay: Polling Publisher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Membaca tabel outbox secara berkala dan mengirimkan event pending ke message broker.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LOGIKA WORKER RELAY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Worker berjalan di background loop atau dipicu oleh ticker interval.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Memanggil db.GetPendingOutbox() untuk mengambil semua rekaman status PENDING.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Melakukan iterasi dan memanggil broker.Publish(msg) untuk setiap pesan.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TRANSISI STATUS REKAMAN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Jika publish sukses: update status baris data menjadi PROCESSED di database.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Jika publish gagal: biarkan status tetap PENDING untuk di-retry pada poll berikutnya.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Mengembalikan hitungan dispatched integer untuk keperluan observability telemetri.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Polling relays decouple business execution from message publishing latency and broker availability.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internal/outbox/relay.go • PollAndDispatch()                                                                                                                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Pemulihan Otomatis: Relay Retry Pasca-Gangguan Broker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Pesan tetap aman di tabel outbox hingga broker pulih dan siap menerima pengiriman ulang.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UJI KETAHANAN GANGGUAN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Simulasikan kegagalan sementara broker via broker.SetFailNext(true).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Siklus poll pertama: relay gagal publish pesan 'evt-o-retry' (dispatched == 0).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Status pesan di database tetap PENDING tanpa mengalami kehilangan payload.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PEMULIHAN PADA SIKLUS BERIKUTNYA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Broker kembali normal (transient network glitch telah teratasi).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Siklus poll kedua: relay memproses ulang pesan pending yang tertunda.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Hasil: pesan berhasil dikirim (dispatched == 1) dan status berubah PROCESSED.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The outbox table acts as a resilient buffer, absorbing broker downtime without losing transaction events.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tests/outbox_test.go • TestTransactionalOutbox_RelayRetryAfterBrokerFailure                                                                                                                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Perbandingan Relay: Polling Publisher vs CDC Log Tailing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Menimbang trade-off implementasi SQL polling terhadap Change Data Capture berbasis engine WAL.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POLLING PUBLISHER (LAB 21)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Kelebihan: Sederhana, mandiri, tidak memerlukan tool eksternal atau hak akses DB khusus.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Kekurangan: Query SELECT berkala menambah beban IOPS disk dan CPU database.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Cocok untuk: Layanan volume menengah atau stack teknologi tanpa dukungan CDC native.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TRANSACTION LOG TAILING (CDC / DEBEZIUM)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Kelebihan: Zero polling overhead; membaca Write-Ahead Log (WAL) Postgres secara streaming.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Kekurangan: Kompleksitas operasional infrastruktur (Kafka Connect, Debezium agent).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Cocok untuk: Sistem berkecepatan ultra-tinggi dengan puluhan ribu transaksi per detik.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Start with polling publisher for simplicity; migrate to transaction log tailing when database IOPS demands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content/02-master-draft.md • Pertimbangan Produksi                                                                                                                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Jaminan Pengiriman At-Least-Once dan Risiko Duplikasi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Mengapa pola Transactional Outbox tidak pernah memberikan jaminan exactly-once delivery.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SUMBER DUPLIKASI PESAN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1. Relay berhasil memanggil broker.Publish(msg) via koneksi TCP.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2. Sebelum relay sempat memanggil db.MarkOutboxProcessed, proses worker crash/reboot.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3. Saat relay menyala kembali, pesan masih berstatus PENDING dan dikirimkan ulang.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KONSEKUENSI PADA KONSUMEN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Broker menerima dan meneruskan pesan yang sama sebanyak dua kali ke antrean.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Jika konsumen tidak idempotent, pemotongan saldo atau pengiriman email terjadi ganda.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Kesimpulan mutlak: Konsumen hilir WAJIB menangani duplikasi secara defensif.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Transactional Outbox provides at-least-once delivery. Idempotent consumers are strictly non-negotiable.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content/02-master-draft.md • Jaminan Pengiriman                                                                                                                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Konsumen Idempotent: Pelacakan Event ID di Go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Mencegah eksekusi ganda logika bisnis hilir dengan memanfaatkan catatan pemrosesan ID unik.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STRUKTUR DATA KONSUMEN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Consumer mengelola map[string]bool processedIDs dan sync.Mutex pelindung.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Setiap pesan outbox memiliki ID unik permanen (contoh: 'evt-order-123').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Mutex menjamin akses baca dan tulis aman dari perebutan resource konkuren.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LOGIKA HANDLER DEFENSIVE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Periksa c.processedIDs[msg.ID]; jika true, kembalikan false (duplikat diabaikan).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Jika belum ada: catat c.processedIDs[msg.ID] = true dan simpan pesan ke received log.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Mengembalikan true: menandakan event baru berhasil diproses tepat satu kali.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Deduplication via unique event IDs guarantees business idempotency despite repeated network deliveries.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internal/outbox/consumer.go • Handle()                                                                                                                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Verifikasi Uji: Idempotensi Pengiriman Duplikat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Uji otomatis membuktikan event kedua dengan ID identik ditolak tanpa merusak status.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SKENARIO PENGUJIAN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TestTransactionalOutbox_Idempotency_DuplicateDelivery mengirim 'evt-1' pertama kali.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Consumer.Handle() mengembalikan accepted == true dan menyimpan pesan ke slice.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Pesan 'evt-1' yang sama dikirimkan kembali untuk kedua kalinya ke consumer.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HASIL VERIFIKASI ASERTIF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Consumer.Handle() pada pengiriman kedua mengembalikan accepted == false.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Verifikasi slice received: jumlah pesan tersimpan tetap tepat 1 rekaman.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Logika bisnis hilir tidak pernah dieksekusi ulang untuk event yang identik.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Verified idempotency: duplicate deliveries are safely absorbed with zero side-effects on downstream 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tests/outbox_test.go • TestTransactionalOutbox_Idempotency_DuplicateDelivery                                                                                                                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Uji Konkurensi Ekstrem: 10 Worker x 10 Pesanan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Memvalidasi koordinasi multithreading dan eliminasi data race pada kondisi beban paralel.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BEBAN PENGUJIAN KONKUREN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TestTransactionalOutbox_ConcurrentWrites meluncurkan 10 goroutine paralel.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Masing-masing goroutine mengeksekusi 10 pesanan (total 100 transaksi simultan).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Relay dan Consumer berjalan berdampingan memproses aliran event secara agresif.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HASIL RACE DETECTOR GO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Tepat 100 pesanan tersimpan di database dan 100 pesan berhasil sampai di broker.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Sisa pesan berstatus PENDING di tabel outbox tepat bernilai 0.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Go race detector (-race) mengonfirmasi 0 data race di seluruh mutex penyimpanan.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Thread-safe synchronization primitives guarantee total data integrity under intense concurrent write loads.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tests/outbox_test.go • TestTransactionalOutbox_ConcurrentWrites                                                                                                                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Housekeeping: Pembersihan Record Outbox (Purging)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Mencegah pembengkakan kapasitas storage (table bloat) akibat akumulasi rekaman historis.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RISIKO TABLE BLOAT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Tabel outbox bertumbuh linier mengikuti setiap mutasi transaksi bisnis sistem.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Pada trafik 1 juta transaksi/hari, tabel outbox menumpuk 365 juta baris per tahun.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Penumpukan baris usang memperlambat kueri indeks dan menghabiskan storage SSD.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SOLUSI PURGE EFISIEN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Fungsi PurgeProcessedOutbox() menghapus baris berstatus PROCESSED secara aman.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Baris berstatus PENDING tetap dipertahankan utuh untuk menjamin retry relay.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Diverifikasi otomatis pada TestTransactionalOutbox_PurgeProcessed (0 pending terhapus).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An unpurged outbox table is a ticking storage bomb. Automate deletion of processed records early.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internal/outbox/db.go • PurgeProcessedOutbox()                                                                                                                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Observability: Metrik Kunci Pemantauan Outbox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Indikator esensial untuk mendeteksi kemacetan antrean relay dan kegagalan broker sedini mungkin.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METRIK VOLUME &amp; LAG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outbox_pending_count: Jumlah rekaman yang masih menunggu dispatch ke broker.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outbox_oldest_event_age_seconds: Usia event pending paling tua di dalam tabel.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Ambang batas: Normal ~2 detik; usia &gt; 5 menit menandakan relay macet atau broker down.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METRIK THROUGHPUT &amp; RETRY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outbox_relay_dispatch_rate: Jumlah event per detik yang berhasil di-ACK oleh broker.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outbox_relay_publish_errors_total: Counter akumulasi kegagalan kirim per error type.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Alerting: Pemicu on-call jika pending_count melampaui error budget layanan.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Oldest unhandled outbox event age is your ultimate leading indicator for broken message delivery pipelines.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content/02-master-draft.md • Monitoring                                                                                                                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Desain Payload: Thin Event vs Fat Event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Menentukan muatan data event outbox antara efisiensi I/O dan otonomi layanan konsumen.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THIN EVENT (ID NOTIFICATION)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Muatan: Hanya memuat EventType, EntityID, dan Timestamp (misal: OrderID).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Kelebihan: Payload sangat kecil, I/O database ringan, payload size aman dari batas Kafka.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Kekurangan: Konsumen harus memanggil API/DB layanan sumber untuk query detail state.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FAT EVENT (EVENT-CARRIED STATE)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Muatan: Memuat seluruh representasi objek domain (misal: JSON Order lengkap).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Kelebihan: Konsumen mandiri tanpa perlu membuat panggilan balik (zero back-call).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Kekurangan: Membengkakkan ukuran tabel outbox dan beban serialisasi JSON.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Balance payload size against consumer coupling: prefer thin events unless consumer back-calls cause bottleneck.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content/02-master-draft.md • Desain Payload                                                                                                                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Demonstrasi CLI Interaktif: Skenario 1 s.d. 3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Membuktikan perbandingan operasional nyata melalui aplikasi demo di cmd/demo/main.go.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DEMO 1: KEGAGALAN DUAL-WRITE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Broker dibuat offline; OrderService memanggil CreateOrderDualWriteNaive.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Hasil: Order in DB = true, Broker Message Count = 0 (Data Divergence nyata).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Membuktikan secara visual event hilang tanpa meninggalkan jejak retry.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DEMO 2 &amp; 3: OUTBOX &amp; DEDUP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Demo 2: CreateOrderWithOutbox + Relay Dispatch menghasilkan status PROCESSED.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Demo 3: Pengiriman ulang pesan yang sama ditolak oleh Idempotent Consumer.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Deduplication terkonfirmasi: Accepted = false, Total Processed tetap 1.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Hands-on demo proves both failure of naive writes and seamless resilience of the outbox pattern.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cmd/demo/main.go • go run ./cmd/demo                                                                                                                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Batasan Implementasi Lab vs Kebutuhan Produksi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Kesenjangan arsitektur prototipe demonstrasi terhadap sistem skala industri berskala tinggi.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KARAKTERISTIK LAB 21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Database in-memory Go berbasis map (data tereset saat proses aplikasi mati).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Relay murni menggunakan Polling Publisher tanpa fitur Change Data Capture.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Broker mock sederhana tanpa partisi sharding Kafka atau clustering multi-broker.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KEBUTUHAN TINGKAT PRODUKSI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Gunakan PostgreSQL/MySQL dengan partisi tabel bulanan untuk tabel outbox.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Terapkan Change Data Capture (Debezium + Kafka Connect) untuk menekan overhead disk.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Siapkan Dead-Letter Queue (DLQ) untuk mengisolasi payload rusak (poison pills).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Acknowledge prototype boundaries: production requires persistent WAL engines, partitioning, and DLQ pipelines.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engineering-audit-opensource/06-verdict.md                                                                                                                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Anti-Patterns &amp; Kesalahan Umum Outbox Pattern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Jebakan implementasi yang sering merusak performa dan integritas arsitektur event-driven.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ANTI-PATTERN PENULISAN &amp; STORAGE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Mengasumsikan Outbox memberi garansi exactly-once (padahal at-least-once).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Menyimpan payload raksasa dengan ratusan atribut di tabel outbox (table bloat).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Lupa menjadwalkan housekeeping purge sehingga tabel mencapai ratusan juta baris.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ANTI-PATTERN WORKER &amp; KONSUMEN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Tidak memantau metrik oldest_event_age sehingga relay macet tidak terdeteksi tim SRE.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Membangun konsumen hilir non-idempotent dengan asumsi relay tidak pernah duplikat.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Membiarkan poison pill tanpa DLQ sehingga memblokir pemrosesan pesan di belakangnya.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The most dangerous mistake is treating outbox as exactly-once delivery and skipping consumer idempotency.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content/02-master-draft.md • Kesalahan Umum                                                                                                                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SOFTWARE ENGINEERING LAB  |  LAB 21</a:t>
            </a:r>
          </a:p>
          <a:p>
            <a:pPr>
              <a:spcAft>
                <a:spcPts val="400"/>
              </a:spcAft>
              <a:defRPr sz="2800" b="1">
                <a:solidFill>
                  <a:srgbClr val="0B1B2D"/>
                </a:solidFill>
                <a:latin typeface="Arial"/>
              </a:defRPr>
            </a:pPr>
            <a:r>
              <a:t>Checklist Implementasi Lapangan: Production-Ready</a:t>
            </a:r>
          </a:p>
          <a:p>
            <a:pPr>
              <a:defRPr sz="1500">
                <a:solidFill>
                  <a:srgbClr val="52606B"/>
                </a:solidFill>
                <a:latin typeface="Georgia"/>
              </a:defRPr>
            </a:pPr>
            <a:r>
              <a:t>Daftar periksa komprehensif sebelum meluncurkan pola Transactional Outbox ke lingkungan live.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DATABASE &amp; TRANSAKSI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[ ] Pastikan domain entity dan outbox event ditulis dalam satu ACID transaction.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[ ] Berikan indeks pada kolom (status, created_at) untuk mempercepat polling query.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[ ] Rancang skema partisi tabel atau background job purge untuk data PROCESSED.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651760"/>
          </a:xfrm>
          <a:prstGeom prst="rect">
            <a:avLst/>
          </a:prstGeom>
          <a:solidFill>
            <a:srgbClr val="EAE6DC"/>
          </a:solidFill>
          <a:ln>
            <a:solidFill>
              <a:srgbClr val="D2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965960"/>
            <a:ext cx="497433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6"/>
                </a:solidFill>
                <a:latin typeface="Arial"/>
              </a:defRPr>
            </a:pPr>
            <a:r>
              <a:t>RELAY &amp; OBSERVABILITY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[ ] Konfigurasikan worker relay dengan graceful shutdown dan backoff retry aman.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[ ] Pasang alert Prometheus pada metrik oldest_unprocessed_event_age.</a:t>
            </a:r>
          </a:p>
          <a:p>
            <a:pPr>
              <a:spcAft>
                <a:spcPts val="600"/>
              </a:spcAft>
              <a:defRPr sz="1350">
                <a:solidFill>
                  <a:srgbClr val="11283A"/>
                </a:solidFill>
                <a:latin typeface="Georgia"/>
              </a:defRPr>
            </a:pPr>
            <a:r>
              <a:t>•  [ ] Wajibkan seluruh downstream consumer memverifikasi deduplikasi event ID.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63072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Follow the checklist: atomic writes, indexed staging, at-least-once relays, and strictly idempotent consumers.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6307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606B"/>
                </a:solidFill>
                <a:latin typeface="Arial"/>
              </a:defRPr>
            </a:pPr>
            <a:r>
              <a:t>content/05-key-takeaways.md • Checklist                                                                                                                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87F76"/>
                </a:solidFill>
                <a:latin typeface="Arial"/>
              </a:defRPr>
            </a:pPr>
            <a:r>
              <a:t>SOFTWARE ENGINEERING LAB | LAB 21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Transactional Outbox Pattern: Key Takeaways</a:t>
            </a:r>
          </a:p>
          <a:p>
            <a:pPr>
              <a:spcAft>
                <a:spcPts val="1800"/>
              </a:spcAft>
              <a:defRPr sz="1600">
                <a:solidFill>
                  <a:srgbClr val="94A3B8"/>
                </a:solidFill>
                <a:latin typeface="Georgia"/>
              </a:defRPr>
            </a:pPr>
            <a:r>
              <a:t>Mental Model: Shift the second write into the same transaction boundary as the first. Atomic persistence in a single ACID commit guarantees event delivery without dual-write inconsistency.</a:t>
            </a:r>
          </a:p>
          <a:p>
            <a:pPr>
              <a:spcAft>
                <a:spcPts val="24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Verifikasi Otomatis: 8/8 PASS (go test -race ./... durasi 0.17s, 0 data race)</a:t>
            </a:r>
            <a:br/>
            <a:r>
              <a:t>• Kunci Arsitektur: Atomic DB Staging, Decoupled Polling Relay, Idempotent Event Deduplication</a:t>
            </a:r>
            <a:br/>
            <a:r>
              <a:t>• Repositori: github.com/lukman-ss/software-engineering-lab/tree/main/labs/21-outbox-pattern</a:t>
            </a:r>
            <a:br/>
            <a:r>
              <a:t>• Komitmen Terverifikasi: f3822e554e0e1a4c580ee421990bd279b59c9969</a:t>
            </a:r>
          </a:p>
          <a:p>
            <a:pPr>
              <a:defRPr sz="1500" b="1">
                <a:solidFill>
                  <a:srgbClr val="D97706"/>
                </a:solidFill>
                <a:latin typeface="Arial"/>
              </a:defRPr>
            </a:pPr>
            <a:r>
              <a:t>Karya: Lukman / lukman-ss  •  Software Engineering Lab Seri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