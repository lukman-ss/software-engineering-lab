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OAuth 2.0 &amp; OpenID Connect (OIDC)</a:t>
            </a:r>
          </a:p>
          <a:p/>
          <a:p>
            <a:r>
              <a:t>[]</a:t>
            </a:r>
          </a:p>
          <a:p>
            <a:r>
              <a:t>- CRT terminal retro beige dengan scanlines</a:t>
            </a:r>
          </a:p>
          <a:p>
            <a:r>
              <a:t>- ASCII art visualisasi JWT dan PKCE</a:t>
            </a:r>
          </a:p>
          <a:p>
            <a:r>
              <a:t>- Penulis: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Auth vs Authz: Kebingungan yang Berbahaya</a:t>
            </a:r>
          </a:p>
          <a:p/>
          <a:p>
            <a:r>
              <a:t>Mental Model: OAuth 2.0 is for authorization (what you can access), OIDC is for authentication (who you are).</a:t>
            </a:r>
          </a:p>
          <a:p/>
          <a:p>
            <a:r>
              <a:t>[MOTIVASI]</a:t>
            </a:r>
          </a:p>
          <a:p>
            <a:r>
              <a:t>- OAuth 2.0 sering disalahpahami sebagai protokol autentikasi</a:t>
            </a:r>
          </a:p>
          <a:p>
            <a:r>
              <a:t>- Access Token menjawab 'apa yang boleh diakses', bukan 'siapa penggunanya'</a:t>
            </a:r>
          </a:p>
          <a:p>
            <a:r>
              <a:t>- OIDC menambahkan layer identitas di atas OAuth 2.0 untuk menjawab 'siapa user'</a:t>
            </a:r>
          </a:p>
          <a:p>
            <a:r>
              <a:t>[RISIKO KONFUSI]</a:t>
            </a:r>
          </a:p>
          <a:p>
            <a:r>
              <a:t>- Menyimpan bearer token di localStorage → XSS mengeksploitasi</a:t>
            </a:r>
          </a:p>
          <a:p>
            <a:r>
              <a:t>- Menggunakan implicit flow → token tereksposisi di URL fragment</a:t>
            </a:r>
          </a:p>
          <a:p>
            <a:r>
              <a:t>- Refresh token statis → attacker mempertahankan akses selamanya</a:t>
            </a:r>
          </a:p>
          <a:p>
            <a:r>
              <a:t>[STANDAR TERKINI]</a:t>
            </a:r>
          </a:p>
          <a:p>
            <a:r>
              <a:t>- RFC 9700: Wajib Authorization Code Flow + PKCE untuk browser client</a:t>
            </a:r>
          </a:p>
          <a:p>
            <a:r>
              <a:t>- OIDC Core 1.0: ID Token JWT dengan signature &amp; claims wajib</a:t>
            </a:r>
          </a:p>
          <a:p>
            <a:r>
              <a:t>- Implicit flow dihapus dari OAuth 2.1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Empat Mekanisme Inti</a:t>
            </a:r>
          </a:p>
          <a:p/>
          <a:p>
            <a:r>
              <a:t>Mental Model: Four pillars: PKCE for code protection, Code Flow for security, ID Token for identity, Rotation for replay defense.</a:t>
            </a:r>
          </a:p>
          <a:p/>
          <a:p>
            <a:r>
              <a:t>[PKCE (RFC 7636)]</a:t>
            </a:r>
          </a:p>
          <a:p>
            <a:r>
              <a:t>- Client generate code_verifier (32 byte random)</a:t>
            </a:r>
          </a:p>
          <a:p>
            <a:r>
              <a:t>- code_challenge = SHA-256(code_verifier)</a:t>
            </a:r>
          </a:p>
          <a:p>
            <a:r>
              <a:t>- Mencegah authorization code interception</a:t>
            </a:r>
          </a:p>
          <a:p>
            <a:r>
              <a:t>[Authorization Code Grant]</a:t>
            </a:r>
          </a:p>
          <a:p>
            <a:r>
              <a:t>- Client → AS: response_type=code, code_challenge, nonce</a:t>
            </a:r>
          </a:p>
          <a:p>
            <a:r>
              <a:t>- AS → Client: authorization code (one-time, expires 5 min)</a:t>
            </a:r>
          </a:p>
          <a:p>
            <a:r>
              <a:t>- Client → AS: exchange code + code_verifier for tokens</a:t>
            </a:r>
          </a:p>
          <a:p>
            <a:r>
              <a:t>[ID Token (OIDC)]</a:t>
            </a:r>
          </a:p>
          <a:p>
            <a:r>
              <a:t>- JWT signed dengan HMAC-SHA256</a:t>
            </a:r>
          </a:p>
          <a:p>
            <a:r>
              <a:t>- Claims wajib: iss, sub, aud, exp, iat, nonce</a:t>
            </a:r>
          </a:p>
          <a:p>
            <a:r>
              <a:t>- Client verifikasi signature, issuer, audience, expiry, nonce</a:t>
            </a:r>
          </a:p>
          <a:p>
            <a:r>
              <a:t>[Refresh Token Rotation (RFC 9700)]</a:t>
            </a:r>
          </a:p>
          <a:p>
            <a:r>
              <a:t>- Setiap refresh menghasilkan token baru</a:t>
            </a:r>
          </a:p>
          <a:p>
            <a:r>
              <a:t>- Token lama di-revoke</a:t>
            </a:r>
          </a:p>
          <a:p>
            <a:r>
              <a:t>- Jika token lama digunakan ulang → entire token family revoked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Authorization Request dengan PKCE</a:t>
            </a:r>
          </a:p>
          <a:p/>
          <a:p>
            <a:r>
              <a:t>Mental Model: State, PKCE challenge, and nonce are bound to the code — interception without verifier fails.</a:t>
            </a:r>
          </a:p>
          <a:p/>
          <a:p>
            <a:r>
              <a:t>[PARAMETER REQUEST]</a:t>
            </a:r>
          </a:p>
          <a:p>
            <a:r>
              <a:t>- response_type=code</a:t>
            </a:r>
          </a:p>
          <a:p>
            <a:r>
              <a:t>- client_id=spa-client-123</a:t>
            </a:r>
          </a:p>
          <a:p>
            <a:r>
              <a:t>- redirect_uri=https://app.example.com/callback</a:t>
            </a:r>
          </a:p>
          <a:p>
            <a:r>
              <a:t>- scope=openid profile email</a:t>
            </a:r>
          </a:p>
          <a:p>
            <a:r>
              <a:t>[KEAMANAN]</a:t>
            </a:r>
          </a:p>
          <a:p>
            <a:r>
              <a:t>- state=&lt;random&gt; → anti-CSRF</a:t>
            </a:r>
          </a:p>
          <a:p>
            <a:r>
              <a:t>- code_challenge=&lt;challenge&gt; → PKCE S256</a:t>
            </a:r>
          </a:p>
          <a:p>
            <a:r>
              <a:t>- code_challenge_method=S256</a:t>
            </a:r>
          </a:p>
          <a:p>
            <a:r>
              <a:t>- nonce=&lt;random&gt; → anti-replay ID Token</a:t>
            </a:r>
          </a:p>
          <a:p>
            <a:r>
              <a:t>[ALUR]</a:t>
            </a:r>
          </a:p>
          <a:p>
            <a:r>
              <a:t>- 1. Client generates PKCE pair + nonce + state</a:t>
            </a:r>
          </a:p>
          <a:p>
            <a:r>
              <a:t>- 2. Client redirects to AS with all parameters</a:t>
            </a:r>
          </a:p>
          <a:p>
            <a:r>
              <a:t>- 3. AS stores challenge &amp; nonce bound to code</a:t>
            </a:r>
          </a:p>
          <a:p>
            <a:r>
              <a:t>- 4. AS redirects back with authorization code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Token Exchange: Verifikasi PKCE</a:t>
            </a:r>
          </a:p>
          <a:p/>
          <a:p>
            <a:r>
              <a:t>Mental Model: Only the legitimate client has the original verifier — attackers can't exchange the intercepted code.</a:t>
            </a:r>
          </a:p>
          <a:p/>
          <a:p>
            <a:r>
              <a:t>[EXCHANGE REQUEST]</a:t>
            </a:r>
          </a:p>
          <a:p>
            <a:r>
              <a:t>- grant_type=authorization_code</a:t>
            </a:r>
          </a:p>
          <a:p>
            <a:r>
              <a:t>- code=&lt;authorization_code&gt;</a:t>
            </a:r>
          </a:p>
          <a:p>
            <a:r>
              <a:t>- redirect_uri=https://app.example.com/callback</a:t>
            </a:r>
          </a:p>
          <a:p>
            <a:r>
              <a:t>- client_id=spa-client-123</a:t>
            </a:r>
          </a:p>
          <a:p>
            <a:r>
              <a:t>- code_verifier=dbNVgXttw5HU018kaBwk3JusvwqMVanN4c4ghBsH88w</a:t>
            </a:r>
          </a:p>
          <a:p>
            <a:r>
              <a:t>[VERIFIKASI SERVER]</a:t>
            </a:r>
          </a:p>
          <a:p>
            <a:r>
              <a:t>- 1. Check code is unused &amp; not expired</a:t>
            </a:r>
          </a:p>
          <a:p>
            <a:r>
              <a:t>- 2. Compute SHA-256(code_verifier)</a:t>
            </a:r>
          </a:p>
          <a:p>
            <a:r>
              <a:t>- 3. Compare with stored code_challenge</a:t>
            </a:r>
          </a:p>
          <a:p>
            <a:r>
              <a:t>- 4. If match → issue tokens, mark code used</a:t>
            </a:r>
          </a:p>
          <a:p>
            <a:r>
              <a:t>[INTERCEPTION ATTACK]</a:t>
            </a:r>
          </a:p>
          <a:p>
            <a:r>
              <a:t>- Attacker intercepts authorization code</a:t>
            </a:r>
          </a:p>
          <a:p>
            <a:r>
              <a:t>- Attacker does NOT have code_verifier</a:t>
            </a:r>
          </a:p>
          <a:p>
            <a:r>
              <a:t>- Exchange with wrong verifier → verification fails</a:t>
            </a:r>
          </a:p>
          <a:p>
            <a:r>
              <a:t>- Error: pkce verification failed: code_verifier does not match code_challenge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ID Token: JWT Structure</a:t>
            </a:r>
          </a:p>
          <a:p/>
          <a:p>
            <a:r>
              <a:t>Mental Model: JWT is three base64url segments — verify signature with HMAC-SHA256, then validate all claims.</a:t>
            </a:r>
          </a:p>
          <a:p/>
          <a:p>
            <a:r>
              <a:t>[JWT FORMAT]</a:t>
            </a:r>
          </a:p>
          <a:p>
            <a:r>
              <a:t>- header.claims.signature (3 base64url parts)</a:t>
            </a:r>
          </a:p>
          <a:p>
            <a:r>
              <a:t>- Header: {"alg":"HS256","typ":"JWT"}</a:t>
            </a:r>
          </a:p>
          <a:p>
            <a:r>
              <a:t>- Claims: {"iss":"...","sub":"...","aud":"...","exp":...,"iat":...,"nonce":"..."}</a:t>
            </a:r>
          </a:p>
          <a:p>
            <a:r>
              <a:t>[SIGNING]</a:t>
            </a:r>
          </a:p>
          <a:p>
            <a:r>
              <a:t>- 1. Encode header &amp; claims to base64url</a:t>
            </a:r>
          </a:p>
          <a:p>
            <a:r>
              <a:t>- 2. unsignedToken = header + '.' + claims</a:t>
            </a:r>
          </a:p>
          <a:p>
            <a:r>
              <a:t>- 3. signature = HMAC-SHA256(unsignedToken, shared_secret)</a:t>
            </a:r>
          </a:p>
          <a:p>
            <a:r>
              <a:t>- 4. final = unsignedToken + '.' + signature</a:t>
            </a:r>
          </a:p>
          <a:p>
            <a:r>
              <a:t>[VALIDATION]</a:t>
            </a:r>
          </a:p>
          <a:p>
            <a:r>
              <a:t>- 1. Decode &amp; verify HMAC-SHA256 signature (constant-time)</a:t>
            </a:r>
          </a:p>
          <a:p>
            <a:r>
              <a:t>- 2. iss exact match → https://auth.example.com</a:t>
            </a:r>
          </a:p>
          <a:p>
            <a:r>
              <a:t>- 3. aud match → spa-client-123</a:t>
            </a:r>
          </a:p>
          <a:p>
            <a:r>
              <a:t>- 4. exp &gt; now, iat &lt; now+300s</a:t>
            </a:r>
          </a:p>
          <a:p>
            <a:r>
              <a:t>- 5. nonce match → anti-replay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Validation Implementation</a:t>
            </a:r>
          </a:p>
          <a:p/>
          <a:p>
            <a:r>
              <a:t>Mental Model: Validate in order: format, signature (constant-time), then all claims — reject on first failure.</a:t>
            </a:r>
          </a:p>
          <a:p/>
          <a:p>
            <a:r>
              <a:t>[FORMAT CHECK]</a:t>
            </a:r>
          </a:p>
          <a:p>
            <a:r>
              <a:t>- parts = rawJWT.split('.')</a:t>
            </a:r>
          </a:p>
          <a:p>
            <a:r>
              <a:t>- if len(parts) != 3: return ErrMalformedJWT</a:t>
            </a:r>
          </a:p>
          <a:p>
            <a:r>
              <a:t>[SIGNATURE VERIFY]</a:t>
            </a:r>
          </a:p>
          <a:p>
            <a:r>
              <a:t>- unsigned = parts[0] + '.' + parts[1]</a:t>
            </a:r>
          </a:p>
          <a:p>
            <a:r>
              <a:t>- expected_sig = HMAC-SHA256(unsigned, secret)</a:t>
            </a:r>
          </a:p>
          <a:p>
            <a:r>
              <a:t>- if not hmac.Equal(sig, expected_sig): return ErrSignatureInvalid</a:t>
            </a:r>
          </a:p>
          <a:p>
            <a:r>
              <a:t>[CLAIMS VALIDATE]</a:t>
            </a:r>
          </a:p>
          <a:p>
            <a:r>
              <a:t>- if claims.Issuer != expectedIssuer: return ErrIssuerMismatch</a:t>
            </a:r>
          </a:p>
          <a:p>
            <a:r>
              <a:t>- if claims.Audience != expectedAudience: return ErrAudienceMismatch</a:t>
            </a:r>
          </a:p>
          <a:p>
            <a:r>
              <a:t>- if claims.Expiration &lt;= now: return ErrTokenExpired</a:t>
            </a:r>
          </a:p>
          <a:p>
            <a:r>
              <a:t>- if claims.IssuedAt &gt; now+300: return ErrIssuedInFuture</a:t>
            </a:r>
          </a:p>
          <a:p>
            <a:r>
              <a:t>- if claims.Nonce != expectedNonce: return ErrNonceMismatch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Token Response</a:t>
            </a:r>
          </a:p>
          <a:p/>
          <a:p>
            <a:r>
              <a:t>Mental Model: Access token for resources, ID token for identity, refresh token for rotation — never use access token as identity.</a:t>
            </a:r>
          </a:p>
          <a:p/>
          <a:p>
            <a:r>
              <a:t>[ACCESS TOKEN]</a:t>
            </a:r>
          </a:p>
          <a:p>
            <a:r>
              <a:t>- Bearer token opaque string (e.g., at_4e8dd945eaf2aed814aaf9717a7ee6bab364db0914917bb2)</a:t>
            </a:r>
          </a:p>
          <a:p>
            <a:r>
              <a:t>- Lifetime: 1 hour</a:t>
            </a:r>
          </a:p>
          <a:p>
            <a:r>
              <a:t>- Scope-limited, used to access protected resources</a:t>
            </a:r>
          </a:p>
          <a:p>
            <a:r>
              <a:t>- NOT for identity assertion</a:t>
            </a:r>
          </a:p>
          <a:p>
            <a:r>
              <a:t>[ID TOKEN]</a:t>
            </a:r>
          </a:p>
          <a:p>
            <a:r>
              <a:t>- Signed JWT with claims (iss, sub, aud, exp, iat, nonce)</a:t>
            </a:r>
          </a:p>
          <a:p>
            <a:r>
              <a:t>- Lifetime: 1 hour</a:t>
            </a:r>
          </a:p>
          <a:p>
            <a:r>
              <a:t>- Client verifies signature, issuer, audience, expiry, nonce</a:t>
            </a:r>
          </a:p>
          <a:p>
            <a:r>
              <a:t>- Used to assert user identity</a:t>
            </a:r>
          </a:p>
          <a:p>
            <a:r>
              <a:t>[REFRESH TOKEN]</a:t>
            </a:r>
          </a:p>
          <a:p>
            <a:r>
              <a:t>- Long-lived token (e.g., 30 days)</a:t>
            </a:r>
          </a:p>
          <a:p>
            <a:r>
              <a:t>- Used to obtain new access tokens</a:t>
            </a:r>
          </a:p>
          <a:p>
            <a:r>
              <a:t>- Single-use: each refresh invalidates old token</a:t>
            </a:r>
          </a:p>
          <a:p>
            <a:r>
              <a:t>- Family tracking: replay revokes entire family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Resource Server Verification</a:t>
            </a:r>
          </a:p>
          <a:p/>
          <a:p>
            <a:r>
              <a:t>Mental Model: Resource server validates token existence &amp; scope — never trust the token as identity without AS validation.</a:t>
            </a:r>
          </a:p>
          <a:p/>
          <a:p>
            <a:r>
              <a:t>[REQUEST FORMAT]</a:t>
            </a:r>
          </a:p>
          <a:p>
            <a:r>
              <a:t>- GET /api/profile HTTP/1.1</a:t>
            </a:r>
          </a:p>
          <a:p>
            <a:r>
              <a:t>- Host: api.example.com</a:t>
            </a:r>
          </a:p>
          <a:p>
            <a:r>
              <a:t>- Authorization: Bearer at_4e8dd945eaf2aed814aaf9717a7ee6bab364db0914917bb2</a:t>
            </a:r>
          </a:p>
          <a:p>
            <a:r>
              <a:t>[SERVER PROCESS]</a:t>
            </a:r>
          </a:p>
          <a:p>
            <a:r>
              <a:t>- 1. Extract bearer token from Authorization header</a:t>
            </a:r>
          </a:p>
          <a:p>
            <a:r>
              <a:t>- 2. Validate token exists in AS token store</a:t>
            </a:r>
          </a:p>
          <a:p>
            <a:r>
              <a:t>- 3. Check token scope matches requested resource</a:t>
            </a:r>
          </a:p>
          <a:p>
            <a:r>
              <a:t>- 4. Return protected resource with subject from token</a:t>
            </a:r>
          </a:p>
          <a:p>
            <a:r>
              <a:t>[VERIFICATION OUTPUT]</a:t>
            </a:r>
          </a:p>
          <a:p>
            <a:r>
              <a:t>- Resource Server verified Access Token. Subject: user_alice_99</a:t>
            </a:r>
          </a:p>
          <a:p>
            <a:r>
              <a:t>- Scope check: profile → allowed</a:t>
            </a:r>
          </a:p>
          <a:p>
            <a:r>
              <a:t>- Response: {"id":99,"name":"Alice","email":"alice@example.com"}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Refresh Token Rotation</a:t>
            </a:r>
          </a:p>
          <a:p/>
          <a:p>
            <a:r>
              <a:t>Mental Model: Rotate tokens on every use — replay of revoked token revokes entire family.</a:t>
            </a:r>
          </a:p>
          <a:p/>
          <a:p>
            <a:r>
              <a:t>[ROTATION PROCESS]</a:t>
            </a:r>
          </a:p>
          <a:p>
            <a:r>
              <a:t>- 1. Client sends current refresh_token</a:t>
            </a:r>
          </a:p>
          <a:p>
            <a:r>
              <a:t>- 2. AS marks token.Revoked = true</a:t>
            </a:r>
          </a:p>
          <a:p>
            <a:r>
              <a:t>- 3. AS generates new refresh_token with same FamilyID</a:t>
            </a:r>
          </a:p>
          <a:p>
            <a:r>
              <a:t>- 4. AS generates new access_token</a:t>
            </a:r>
          </a:p>
          <a:p>
            <a:r>
              <a:t>- 5. AS returns both tokens</a:t>
            </a:r>
          </a:p>
          <a:p>
            <a:r>
              <a:t>[ROTATION OUTPUT]</a:t>
            </a:r>
          </a:p>
          <a:p>
            <a:r>
              <a:t>- Rotated New Access Token : at_8c8facd2a7dce0b35b74243d16172970a30c4e94f05853bd</a:t>
            </a:r>
          </a:p>
          <a:p>
            <a:r>
              <a:t>- Rotated New Refresh Token: rt_a0aafd72efbf3ffb2f3cfafeacf71cf4d4e6503170fee590</a:t>
            </a:r>
          </a:p>
          <a:p>
            <a:r>
              <a:t>- FamilyID preserved: rt_c624... and rt_a0aa... belong to same family</a:t>
            </a:r>
          </a:p>
          <a:p>
            <a:r>
              <a:t>[REPLAY DETECTION]</a:t>
            </a:r>
          </a:p>
          <a:p>
            <a:r>
              <a:t>- Attacker reuses old refresh_token (already revoked)</a:t>
            </a:r>
          </a:p>
          <a:p>
            <a:r>
              <a:t>- AS checks: meta.Revoked = true</a:t>
            </a:r>
          </a:p>
          <a:p>
            <a:r>
              <a:t>- AS sets s.revokedFams[FamilyID] = true</a:t>
            </a:r>
          </a:p>
          <a:p>
            <a:r>
              <a:t>- AS returns: ErrTokenReplayDetected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Rotation Implementation</a:t>
            </a:r>
          </a:p>
          <a:p/>
          <a:p>
            <a:r>
              <a:t>Mental Model: Check revocation twice: before (family already compromised) and after (token reused).</a:t>
            </a:r>
          </a:p>
          <a:p/>
          <a:p>
            <a:r>
              <a:t>[CHECK REVOCATION]</a:t>
            </a:r>
          </a:p>
          <a:p>
            <a:r>
              <a:t>- meta, exists := s.refreshMeta[refreshToken]</a:t>
            </a:r>
          </a:p>
          <a:p>
            <a:r>
              <a:t>- if !exists: return ErrRefreshTokenNotFound</a:t>
            </a:r>
          </a:p>
          <a:p>
            <a:r>
              <a:t>- if s.revokedFams[meta.FamilyID]: return ErrTokenReplayDetected</a:t>
            </a:r>
          </a:p>
          <a:p>
            <a:r>
              <a:t>- if meta.Revoked: s.revokedFams[meta.FamilyID] = true; return ErrTokenReplayDetected</a:t>
            </a:r>
          </a:p>
          <a:p>
            <a:r>
              <a:t>[MARK OLD REVOKED]</a:t>
            </a:r>
          </a:p>
          <a:p>
            <a:r>
              <a:t>- meta.Revoked = true</a:t>
            </a:r>
          </a:p>
          <a:p>
            <a:r>
              <a:t>- meta.UsedAt = time.Now()</a:t>
            </a:r>
          </a:p>
          <a:p>
            <a:r>
              <a:t>[GENERATE NEW]</a:t>
            </a:r>
          </a:p>
          <a:p>
            <a:r>
              <a:t>- newRtBytes := make([]byte, 24)</a:t>
            </a:r>
          </a:p>
          <a:p>
            <a:r>
              <a:t>- rand.Read(newRtBytes)</a:t>
            </a:r>
          </a:p>
          <a:p>
            <a:r>
              <a:t>- newRefreshToken := 'rt_' + hex.EncodeToString(newRtBytes)</a:t>
            </a:r>
          </a:p>
          <a:p>
            <a:r>
              <a:t>- s.refreshMeta[newRefreshToken] = &amp;RefreshTokenMeta{FamilyID: meta.FamilyID, Revoked: false}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Scenario 1: Authorization Code Interception</a:t>
            </a:r>
          </a:p>
          <a:p/>
          <a:p>
            <a:r>
              <a:t>Mental Model: Interception without verifier = failure — PKCE binds verifier to code.</a:t>
            </a:r>
          </a:p>
          <a:p/>
          <a:p>
            <a:r>
              <a:t>[INTERCEPTION]</a:t>
            </a:r>
          </a:p>
          <a:p>
            <a:r>
              <a:t>- Attacker intercepts authorization code from redirect URL</a:t>
            </a:r>
          </a:p>
          <a:p>
            <a:r>
              <a:t>- Attacker attempts token exchange with intercepted code</a:t>
            </a:r>
          </a:p>
          <a:p>
            <a:r>
              <a:t>[EXCHANGE ATTEMPT]</a:t>
            </a:r>
          </a:p>
          <a:p>
            <a:r>
              <a:t>- Client code + attacker's random verifier</a:t>
            </a:r>
          </a:p>
          <a:p>
            <a:r>
              <a:t>- AS computes SHA-256(attacker_verifier)</a:t>
            </a:r>
          </a:p>
          <a:p>
            <a:r>
              <a:t>- Stored challenge: SHA-256(original_verifier)</a:t>
            </a:r>
          </a:p>
          <a:p>
            <a:r>
              <a:t>- Mismatch: challenge does not match</a:t>
            </a:r>
          </a:p>
          <a:p>
            <a:r>
              <a:t>[ERROR RESPONSE]</a:t>
            </a:r>
          </a:p>
          <a:p>
            <a:r>
              <a:t>- Error: pkce verification failed: code_verifier does not match code_challenge</a:t>
            </a:r>
          </a:p>
          <a:p>
            <a:r>
              <a:t>- Token exchange rejected</a:t>
            </a:r>
          </a:p>
          <a:p>
            <a:r>
              <a:t>- Attacker cannot obtain tokens</a:t>
            </a:r>
          </a:p>
          <a:p>
            <a:r>
              <a:t>- Legitimate client with correct verifier succeeds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Scenario 2: Forged / Tampered ID Token</a:t>
            </a:r>
          </a:p>
          <a:p/>
          <a:p>
            <a:r>
              <a:t>Mental Model: Forged tokens fail signature verification — no key, no valid token.</a:t>
            </a:r>
          </a:p>
          <a:p/>
          <a:p>
            <a:r>
              <a:t>[MODIFICATION ATTEMPT]</a:t>
            </a:r>
          </a:p>
          <a:p>
            <a:r>
              <a:t>- Attacker intercepts ID Token</a:t>
            </a:r>
          </a:p>
          <a:p>
            <a:r>
              <a:t>- Attacker modifies payload (e.g., change sub from user_alice to admin)</a:t>
            </a:r>
          </a:p>
          <a:p>
            <a:r>
              <a:t>- Attacker generates new signature with known key</a:t>
            </a:r>
          </a:p>
          <a:p>
            <a:r>
              <a:t>[VERIFICATION FAILURE]</a:t>
            </a:r>
          </a:p>
          <a:p>
            <a:r>
              <a:t>- Client verifies HMAC-SHA256 signature</a:t>
            </a:r>
          </a:p>
          <a:p>
            <a:r>
              <a:t>- Computed signature ≠ embedded signature</a:t>
            </a:r>
          </a:p>
          <a:p>
            <a:r>
              <a:t>- Return: ErrSignatureInvalid</a:t>
            </a:r>
          </a:p>
          <a:p>
            <a:r>
              <a:t>- Token rejected before claims validation</a:t>
            </a:r>
          </a:p>
          <a:p>
            <a:r>
              <a:t>[ALTERNATIVE TAMPERING]</a:t>
            </a:r>
          </a:p>
          <a:p>
            <a:r>
              <a:t>- Attacker forges entirely new JWT without signing key</a:t>
            </a:r>
          </a:p>
          <a:p>
            <a:r>
              <a:t>- HMAC-SHA256 verification fails immediately</a:t>
            </a:r>
          </a:p>
          <a:p>
            <a:r>
              <a:t>- Return: ErrSignatureInvalid</a:t>
            </a:r>
          </a:p>
          <a:p>
            <a:r>
              <a:t>- No claims validation needed — signature invalid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Scenario 3: Refresh Token Replay</a:t>
            </a:r>
          </a:p>
          <a:p/>
          <a:p>
            <a:r>
              <a:t>Mental Model: Single-use refresh tokens — replay of revoked token revokes entire session family.</a:t>
            </a:r>
          </a:p>
          <a:p/>
          <a:p>
            <a:r>
              <a:t>[REPLAY ATTEMPT]</a:t>
            </a:r>
          </a:p>
          <a:p>
            <a:r>
              <a:t>- Attacker steals refresh token (rt_c624781adb52c6effa11d85bbe24fccf7f73eb20feeaf928)</a:t>
            </a:r>
          </a:p>
          <a:p>
            <a:r>
              <a:t>- Attacker uses stolen token after legitimate refresh</a:t>
            </a:r>
          </a:p>
          <a:p>
            <a:r>
              <a:t>- Client refreshes token → new refresh token issued, old revoked</a:t>
            </a:r>
          </a:p>
          <a:p>
            <a:r>
              <a:t>[REPLAY DETECTION]</a:t>
            </a:r>
          </a:p>
          <a:p>
            <a:r>
              <a:t>- Attacker sends revoked refresh token to AS</a:t>
            </a:r>
          </a:p>
          <a:p>
            <a:r>
              <a:t>- AS checks: meta.Revoked = true</a:t>
            </a:r>
          </a:p>
          <a:p>
            <a:r>
              <a:t>- AS sets s.revokedFams[meta.FamilyID] = true</a:t>
            </a:r>
          </a:p>
          <a:p>
            <a:r>
              <a:t>- AS returns: ErrTokenReplayDetected</a:t>
            </a:r>
          </a:p>
          <a:p>
            <a:r>
              <a:t>[FAMILY REVOCATION]</a:t>
            </a:r>
          </a:p>
          <a:p>
            <a:r>
              <a:t>- All active tokens in family immediately revoked</a:t>
            </a:r>
          </a:p>
          <a:p>
            <a:r>
              <a:t>- Active session: Error: refresh token reuse detected: entire token family revoked</a:t>
            </a:r>
          </a:p>
          <a:p>
            <a:r>
              <a:t>- Client must re-authenticate (force login)</a:t>
            </a:r>
          </a:p>
          <a:p>
            <a:r>
              <a:t>- Attack mitigated — attacker loses access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Scenario 4: Insecure Token Storage</a:t>
            </a:r>
          </a:p>
          <a:p/>
          <a:p>
            <a:r>
              <a:t>Mental Model: Bearer tokens in localStorage = XSS exposes token — use httpOnly cookies or in-memory.</a:t>
            </a:r>
          </a:p>
          <a:p/>
          <a:p>
            <a:r>
              <a:t>[VULNERABLE PRACTICE]</a:t>
            </a:r>
          </a:p>
          <a:p>
            <a:r>
              <a:t>- Store access token in localStorage</a:t>
            </a:r>
          </a:p>
          <a:p>
            <a:r>
              <a:t>- Application vulnerable to XSS attack</a:t>
            </a:r>
          </a:p>
          <a:p>
            <a:r>
              <a:t>- Malicious script reads localStorage</a:t>
            </a:r>
          </a:p>
          <a:p>
            <a:r>
              <a:t>- Attacker steals access token</a:t>
            </a:r>
          </a:p>
          <a:p>
            <a:r>
              <a:t>[EXPLOITATION]</a:t>
            </a:r>
          </a:p>
          <a:p>
            <a:r>
              <a:t>- XSS payload: fetch('/api/steal', {method:'POST', body: localStorage.getItem('access_token')})</a:t>
            </a:r>
          </a:p>
          <a:p>
            <a:r>
              <a:t>- Access token sent to attacker server</a:t>
            </a:r>
          </a:p>
          <a:p>
            <a:r>
              <a:t>- Attacker uses token to access protected resources</a:t>
            </a:r>
          </a:p>
          <a:p>
            <a:r>
              <a:t>- No PKCE or refresh token protection — token is bearer</a:t>
            </a:r>
          </a:p>
          <a:p>
            <a:r>
              <a:t>[SECURE ALTERNATIVES]</a:t>
            </a:r>
          </a:p>
          <a:p>
            <a:r>
              <a:t>- httpOnly Secure SameSite cookie (BFF pattern)</a:t>
            </a:r>
          </a:p>
          <a:p>
            <a:r>
              <a:t>- In-memory storage (react state, service variable)</a:t>
            </a:r>
          </a:p>
          <a:p>
            <a:r>
              <a:t>- DPoP or mTLS sender-constrained tokens</a:t>
            </a:r>
          </a:p>
          <a:p>
            <a:r>
              <a:t>- Never localStorage for bearer tokens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Component Structure</a:t>
            </a:r>
          </a:p>
          <a:p/>
          <a:p>
            <a:r>
              <a:t>Mental Model: Standard library only — crypto/rand, hmac/sha256, json, base64 for zero-dependency JWT.</a:t>
            </a:r>
          </a:p>
          <a:p/>
          <a:p>
            <a:r>
              <a:t>[CORE PACKAGES]</a:t>
            </a:r>
          </a:p>
          <a:p>
            <a:r>
              <a:t>- pkg/pkce/pkce.go: PKCE code verifier + S256 challenge generation/verification</a:t>
            </a:r>
          </a:p>
          <a:p>
            <a:r>
              <a:t>- pkg/oidc/oidc.go: ID Token JWT signing + verification + claims validation</a:t>
            </a:r>
          </a:p>
          <a:p>
            <a:r>
              <a:t>- pkg/server/server.go: In-memory Authorization Server + rotation + replay detection</a:t>
            </a:r>
          </a:p>
          <a:p>
            <a:r>
              <a:t>- pkg/client/client.go: Client helper for orchestration</a:t>
            </a:r>
          </a:p>
          <a:p>
            <a:r>
              <a:t>[IMPLEMENTATION]</a:t>
            </a:r>
          </a:p>
          <a:p>
            <a:r>
              <a:t>- cmd/demo/main.go: End-to-end walkthrough demo</a:t>
            </a:r>
          </a:p>
          <a:p>
            <a:r>
              <a:t>- tests/oauth_test.go: 17 unit tests + race detector</a:t>
            </a:r>
          </a:p>
          <a:p>
            <a:r>
              <a:t>- go.mod: Go 1.22+ (standard library only)</a:t>
            </a:r>
          </a:p>
          <a:p>
            <a:r>
              <a:t>- No external dependencies</a:t>
            </a:r>
          </a:p>
          <a:p>
            <a:r>
              <a:t>[STANDARD LIBRARY]</a:t>
            </a:r>
          </a:p>
          <a:p>
            <a:r>
              <a:t>- crypto/rand: 256-bit entropy for verifiers</a:t>
            </a:r>
          </a:p>
          <a:p>
            <a:r>
              <a:t>- crypto/hmac, crypto/sha256: HMAC-SHA256 JWT signature</a:t>
            </a:r>
          </a:p>
          <a:p>
            <a:r>
              <a:t>- encoding/json: JWT claims marshaling</a:t>
            </a:r>
          </a:p>
          <a:p>
            <a:r>
              <a:t>- encoding/base64: base64url encoding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Test Suite Coverage</a:t>
            </a:r>
          </a:p>
          <a:p/>
          <a:p>
            <a:r>
              <a:t>Mental Model: 17 tests cover PKCE, ID Token validation, full flow, and concurrency — race detector passed.</a:t>
            </a:r>
          </a:p>
          <a:p/>
          <a:p>
            <a:r>
              <a:t>[PKCE TESTS]</a:t>
            </a:r>
          </a:p>
          <a:p>
            <a:r>
              <a:t>- TestPKCE_S256_Valid: verifier 43-128 chars, challenge valid</a:t>
            </a:r>
          </a:p>
          <a:p>
            <a:r>
              <a:t>- TestPKCE_InvalidMethod: reject non-S256/plain</a:t>
            </a:r>
          </a:p>
          <a:p>
            <a:r>
              <a:t>- TestPKCE_Mismatch: wrong verifier rejected</a:t>
            </a:r>
          </a:p>
          <a:p>
            <a:r>
              <a:t>- TestPKCE_VerifierLength_Bounds: reject &lt;43 or &gt;128</a:t>
            </a:r>
          </a:p>
          <a:p>
            <a:r>
              <a:t>[ID TOKEN TESTS]</a:t>
            </a:r>
          </a:p>
          <a:p>
            <a:r>
              <a:t>- TestOIDC_IDToken_Valid: signature valid, claims match</a:t>
            </a:r>
          </a:p>
          <a:p>
            <a:r>
              <a:t>- TestOIDC_IDToken_TamperedSignature: modified signature rejected</a:t>
            </a:r>
          </a:p>
          <a:p>
            <a:r>
              <a:t>- TestOIDC_IDToken_Expired: exp in past rejected</a:t>
            </a:r>
          </a:p>
          <a:p>
            <a:r>
              <a:t>- TestOIDC_IDToken_MismatchClaims: iss/aud/nonce mismatch rejected</a:t>
            </a:r>
          </a:p>
          <a:p>
            <a:r>
              <a:t>- TestOIDC_IDToken_IssuedInFuture: iat &gt; now+300 rejected</a:t>
            </a:r>
          </a:p>
          <a:p>
            <a:r>
              <a:t>- TestOIDC_MalformedJWT: wrong structure rejected</a:t>
            </a:r>
          </a:p>
          <a:p>
            <a:r>
              <a:t>[OAUTH2 TESTS]</a:t>
            </a:r>
          </a:p>
          <a:p>
            <a:r>
              <a:t>- TestOAuth2_FullFlowAndPKCEInterception: valid flow, interception blocked</a:t>
            </a:r>
          </a:p>
          <a:p>
            <a:r>
              <a:t>- TestOAuth2_RefreshTokenRotation_AndReplayDetection: rotation works, replay revoked</a:t>
            </a:r>
          </a:p>
          <a:p>
            <a:r>
              <a:t>- TestOAuth2_NegativePaths: unregistered client, bad redirect, invalid code</a:t>
            </a:r>
          </a:p>
          <a:p>
            <a:r>
              <a:t>- TestOAuth2_ExpiredAuthCode_And_ExpiredTokens: expired resources rejected</a:t>
            </a:r>
          </a:p>
          <a:p>
            <a:r>
              <a:t>- TestOAuth2_ConcurrentRefreshReplay: 10 goroutines, 9+ fail</a:t>
            </a:r>
          </a:p>
          <a:p>
            <a:r>
              <a:t>- TestOAuth2_ConcurrencyAndRace: 20 workers, no race detected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Test Execution Results</a:t>
            </a:r>
          </a:p>
          <a:p/>
          <a:p>
            <a:r>
              <a:t>Mental Model: 17/17 tests pass, race detector clean, demo confirms attack scenarios fail as expected.</a:t>
            </a:r>
          </a:p>
          <a:p/>
          <a:p>
            <a:r>
              <a:t>[TEST OUTPUT]</a:t>
            </a:r>
          </a:p>
          <a:p>
            <a:r>
              <a:t>- === RUN   TestPKCE_S256_Valid</a:t>
            </a:r>
          </a:p>
          <a:p>
            <a:r>
              <a:t>- --- PASS: TestPKCE_S256_Valid (0.00s)</a:t>
            </a:r>
          </a:p>
          <a:p>
            <a:r>
              <a:t>- === RUN   TestOIDC_IDToken_Valid</a:t>
            </a:r>
          </a:p>
          <a:p>
            <a:r>
              <a:t>- --- PASS: TestOIDC_IDToken_Valid (0.00s)</a:t>
            </a:r>
          </a:p>
          <a:p>
            <a:r>
              <a:t>- === RUN   TestOAuth2_FullFlowAndPKCEInterception</a:t>
            </a:r>
          </a:p>
          <a:p>
            <a:r>
              <a:t>- --- PASS: TestOAuth2_FullFlowAndPKCEInterception (0.00s)</a:t>
            </a:r>
          </a:p>
          <a:p>
            <a:r>
              <a:t>- === RUN   TestOAuth2_RefreshTokenRotation_AndReplayDetection</a:t>
            </a:r>
          </a:p>
          <a:p>
            <a:r>
              <a:t>- --- PASS: TestOAuth2_RefreshTokenRotation_AndReplayDetection (0.00s)</a:t>
            </a:r>
          </a:p>
          <a:p>
            <a:r>
              <a:t>- PASS — 17/17 tests</a:t>
            </a:r>
          </a:p>
          <a:p>
            <a:r>
              <a:t>[RACE DETECTOR]</a:t>
            </a:r>
          </a:p>
          <a:p>
            <a:r>
              <a:t>- Command: go test -race ./...</a:t>
            </a:r>
          </a:p>
          <a:p>
            <a:r>
              <a:t>- Result: ok  	labs/31-oauth2-and-oidc/tests	1.366s</a:t>
            </a:r>
          </a:p>
          <a:p>
            <a:r>
              <a:t>- No data races detected</a:t>
            </a:r>
          </a:p>
          <a:p>
            <a:r>
              <a:t>- Thread-safe operations verified</a:t>
            </a:r>
          </a:p>
          <a:p>
            <a:r>
              <a:t>[DEMO OUTPUT]</a:t>
            </a:r>
          </a:p>
          <a:p>
            <a:r>
              <a:t>- === LAB 31: OAuth 2.0 &amp; OpenID Connect (OIDC) Demo ===</a:t>
            </a:r>
          </a:p>
          <a:p>
            <a:r>
              <a:t>- [Step 6] Interception Attack Blocked! Error: pkce verification failed</a:t>
            </a:r>
          </a:p>
          <a:p>
            <a:r>
              <a:t>- [Step 8] Refresh Token Replay Detected! Error: entire token family revoked</a:t>
            </a:r>
          </a:p>
          <a:p>
            <a:r>
              <a:t>- === Demo Completed Successfully ===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Security Checklist</a:t>
            </a:r>
          </a:p>
          <a:p/>
          <a:p>
            <a:r>
              <a:t>Mental Model: Nine checks cover PKCE, ID Token validation, rotation, and storage — align with RFC 9700.</a:t>
            </a:r>
          </a:p>
          <a:p/>
          <a:p>
            <a:r>
              <a:t>[CHECKLIST]</a:t>
            </a:r>
          </a:p>
          <a:p>
            <a:r>
              <a:t>- [ ] PKCE S256 wajib untuk semua browser client</a:t>
            </a:r>
          </a:p>
          <a:p>
            <a:r>
              <a:t>- [ ] Implicit flow &amp; resource owner password flow dihindari</a:t>
            </a:r>
          </a:p>
          <a:p>
            <a:r>
              <a:t>- [ ] ID Token diverifikasi: signature, iss, aud, exp, iat, nonce</a:t>
            </a:r>
          </a:p>
          <a:p>
            <a:r>
              <a:t>- [ ] Authorization code one-time use, expires 5 minutes</a:t>
            </a:r>
          </a:p>
          <a:p>
            <a:r>
              <a:t>- [ ] Refresh token rotation setiap penggunaan</a:t>
            </a:r>
          </a:p>
          <a:p>
            <a:r>
              <a:t>- [ ] Replay detection → family revocation</a:t>
            </a:r>
          </a:p>
          <a:p>
            <a:r>
              <a:t>- [ ] Access token tidak digunakan untuk authentication</a:t>
            </a:r>
          </a:p>
          <a:p>
            <a:r>
              <a:t>- [ ] Token storage: httpOnly cookie atau in-memory</a:t>
            </a:r>
          </a:p>
          <a:p>
            <a:r>
              <a:t>- [ ] Concurrency thread-safe (mutex, race detector)</a:t>
            </a:r>
          </a:p>
          <a:p>
            <a:r>
              <a:t>[STANDARD]</a:t>
            </a:r>
          </a:p>
          <a:p>
            <a:r>
              <a:t>- RFC 6749: OAuth 2.0 Authorization Framework</a:t>
            </a:r>
          </a:p>
          <a:p>
            <a:r>
              <a:t>- RFC 7636: Proof Key for Code Exchange</a:t>
            </a:r>
          </a:p>
          <a:p>
            <a:r>
              <a:t>- RFC 7519: JSON Web Token</a:t>
            </a:r>
          </a:p>
          <a:p>
            <a:r>
              <a:t>- RFC 8725: OAuth 2.0 Security Best Current Practice</a:t>
            </a:r>
          </a:p>
          <a:p>
            <a:r>
              <a:t>- RFC 9700: OAuth 2.0 Security Best Current Practice (2025)</a:t>
            </a:r>
          </a:p>
          <a:p>
            <a:r>
              <a:t>- OIDC Core 1.0: Authentication layer</a:t>
            </a:r>
          </a:p>
          <a:p>
            <a:r>
              <a:t>[RECOMMENDED]</a:t>
            </a:r>
          </a:p>
          <a:p>
            <a:r>
              <a:t>- Use JWKS endpoint for asymmetric signing (RS256/ES256)</a:t>
            </a:r>
          </a:p>
          <a:p>
            <a:r>
              <a:t>- Implement constant-time comparison for PKCE verification</a:t>
            </a:r>
          </a:p>
          <a:p>
            <a:r>
              <a:t>- Use DPoP or mTLS for sender-constrained tokens</a:t>
            </a:r>
          </a:p>
          <a:p>
            <a:r>
              <a:t>- Graceful eviction for expired codes/tokens</a:t>
            </a:r>
          </a:p>
          <a:p>
            <a:r>
              <a:t>- Validate state parameter for anti-CSRF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6 Common Mistakes</a:t>
            </a:r>
          </a:p>
          <a:p/>
          <a:p>
            <a:r>
              <a:t>Mental Model: Six mistakes: token misuse, no signature verification, no claim validation, insecure storage, implicit flow, static refresh.</a:t>
            </a:r>
          </a:p>
          <a:p/>
          <a:p>
            <a:r>
              <a:t>[MISTAKE 1]</a:t>
            </a:r>
          </a:p>
          <a:p>
            <a:r>
              <a:t>- Using access token for authentication</a:t>
            </a:r>
          </a:p>
          <a:p>
            <a:r>
              <a:t>- Access token is NOT identity — it's authorization grant</a:t>
            </a:r>
          </a:p>
          <a:p>
            <a:r>
              <a:t>- Solution: Use ID Token for user identity</a:t>
            </a:r>
          </a:p>
          <a:p>
            <a:r>
              <a:t>[MISTAKE 2]</a:t>
            </a:r>
          </a:p>
          <a:p>
            <a:r>
              <a:t>- Not validating ID Token signature</a:t>
            </a:r>
          </a:p>
          <a:p>
            <a:r>
              <a:t>- Anyone can forge JWT without signature verification</a:t>
            </a:r>
          </a:p>
          <a:p>
            <a:r>
              <a:t>- Solution: Verify HMAC-SHA256 signature before claims</a:t>
            </a:r>
          </a:p>
          <a:p>
            <a:r>
              <a:t>[MISTAKE 3]</a:t>
            </a:r>
          </a:p>
          <a:p>
            <a:r>
              <a:t>- Ignoring issuer/audience checks</a:t>
            </a:r>
          </a:p>
          <a:p>
            <a:r>
              <a:t>- ID Token could be intended for another client</a:t>
            </a:r>
          </a:p>
          <a:p>
            <a:r>
              <a:t>- Solution: Exact match issuer, audience exact or array match</a:t>
            </a:r>
          </a:p>
          <a:p>
            <a:r>
              <a:t>[MISTAKE 4]</a:t>
            </a:r>
          </a:p>
          <a:p>
            <a:r>
              <a:t>- Storing bearer token in localStorage</a:t>
            </a:r>
          </a:p>
          <a:p>
            <a:r>
              <a:t>- XSS attacks can read localStorage and steal token</a:t>
            </a:r>
          </a:p>
          <a:p>
            <a:r>
              <a:t>- Solution: httpOnly Secure SameSite cookie or in-memory</a:t>
            </a:r>
          </a:p>
          <a:p>
            <a:r>
              <a:t>[MISTAKE 5]</a:t>
            </a:r>
          </a:p>
          <a:p>
            <a:r>
              <a:t>- Using implicit flow</a:t>
            </a:r>
          </a:p>
          <a:p>
            <a:r>
              <a:t>- Token exposed in URL fragment — browser history, logs, referrer</a:t>
            </a:r>
          </a:p>
          <a:p>
            <a:r>
              <a:t>- Solution: Authorization Code Flow + PKCE (RFC 9700)</a:t>
            </a:r>
          </a:p>
          <a:p>
            <a:r>
              <a:t>[MISTAKE 6]</a:t>
            </a:r>
          </a:p>
          <a:p>
            <a:r>
              <a:t>- Static refresh tokens</a:t>
            </a:r>
          </a:p>
          <a:p>
            <a:r>
              <a:t>- Same token reused indefinitely allows permanent access</a:t>
            </a:r>
          </a:p>
          <a:p>
            <a:r>
              <a:t>- Solution: Single-use rotation with family tracking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Case Study: Attack Flow</a:t>
            </a:r>
          </a:p>
          <a:p/>
          <a:p>
            <a:r>
              <a:t>Mental Model: Legitimate flow succeeds, interception blocked by PKCE, replay detected by rotation — defense in depth.</a:t>
            </a:r>
          </a:p>
          <a:p/>
          <a:p>
            <a:r>
              <a:t>[STEP 1-3: LEGITIMATE FLOW]</a:t>
            </a:r>
          </a:p>
          <a:p>
            <a:r>
              <a:t>- Generated PKCE code_challenge (S256): dbNVgXttw5HU018kaBwk3JusvwqMVanN4c4ghBsH88w</a:t>
            </a:r>
          </a:p>
          <a:p>
            <a:r>
              <a:t>- Generated OIDC nonce: 2152fa0c9254b322d11b27dba96b99de</a:t>
            </a:r>
          </a:p>
          <a:p>
            <a:r>
              <a:t>- Access Token: at_4e8dd945eaf2aed814aaf9717a7ee6bab364db0914917bb2</a:t>
            </a:r>
          </a:p>
          <a:p>
            <a:r>
              <a:t>[STEP 4-5: ID TOKEN VALIDATION]</a:t>
            </a:r>
          </a:p>
          <a:p>
            <a:r>
              <a:t>- ID Token Subject: user_alice_99</a:t>
            </a:r>
          </a:p>
          <a:p>
            <a:r>
              <a:t>- ID Token Issuer: https://auth.example.com</a:t>
            </a:r>
          </a:p>
          <a:p>
            <a:r>
              <a:t>- ID Token Audience: spa-client-123</a:t>
            </a:r>
          </a:p>
          <a:p>
            <a:r>
              <a:t>- ID Token Nonce Match: SUCCESS</a:t>
            </a:r>
          </a:p>
          <a:p>
            <a:r>
              <a:t>[STEP 6-8: ATTACK BLOCKED]</a:t>
            </a:r>
          </a:p>
          <a:p>
            <a:r>
              <a:t>- Interception Attack Blocked! Error: pkce verification failed</a:t>
            </a:r>
          </a:p>
          <a:p>
            <a:r>
              <a:t>- Rotated New Refresh Token: rt_a0aafd72efbf3ffb2f3cfafeacf71cf4d4e6503170fee590</a:t>
            </a:r>
          </a:p>
          <a:p>
            <a:r>
              <a:t>- Refresh Token Replay Detected! Error: entire token family revoked</a:t>
            </a:r>
          </a:p>
          <a:p>
            <a:r>
              <a:t>- Active session revoked due to family revocation! Error: refresh token reuse detected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Lab Implementation Boundaries</a:t>
            </a:r>
          </a:p>
          <a:p/>
          <a:p>
            <a:r>
              <a:t>Mental Model: This lab proves concepts — production needs asymmetric signing, JWKS, state validation, constant-time compare.</a:t>
            </a:r>
          </a:p>
          <a:p/>
          <a:p>
            <a:r>
              <a:t>[BATAS 1: IN-MEMORY MOCK]</a:t>
            </a:r>
          </a:p>
          <a:p>
            <a:r>
              <a:t>- Store menggunakan in-memory map (not real database)</a:t>
            </a:r>
          </a:p>
          <a:p>
            <a:r>
              <a:t>- No network latency or real HTTP transport</a:t>
            </a:r>
          </a:p>
          <a:p>
            <a:r>
              <a:t>- Tokens represented as strings, not cryptographically secure random</a:t>
            </a:r>
          </a:p>
          <a:p>
            <a:r>
              <a:t>[BATAS 2: SYMMETRIC SIGNING]</a:t>
            </a:r>
          </a:p>
          <a:p>
            <a:r>
              <a:t>- HMAC-SHA256 symmetric signing for demo simplicity</a:t>
            </a:r>
          </a:p>
          <a:p>
            <a:r>
              <a:t>- Production should use asymmetric (RS256/ES256) with JWKS</a:t>
            </a:r>
          </a:p>
          <a:p>
            <a:r>
              <a:t>- No key rotation mechanism demonstrated</a:t>
            </a:r>
          </a:p>
          <a:p>
            <a:r>
              <a:t>[BATAS 3: STATE VALIDATION]</a:t>
            </a:r>
          </a:p>
          <a:p>
            <a:r>
              <a:t>- Demo does not validate state parameter (client-side only)</a:t>
            </a:r>
          </a:p>
          <a:p>
            <a:r>
              <a:t>- Production must validate state for anti-CSRF</a:t>
            </a:r>
          </a:p>
          <a:p>
            <a:r>
              <a:t>- No PKCE constant-time comparison (audit: LOW severity)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Three Core Principles</a:t>
            </a:r>
          </a:p>
          <a:p/>
          <a:p>
            <a:r>
              <a:t>Mental Model: Separate authz/autn, verify every token, defense in depth — PKCE, nonce, rotation, revocation.</a:t>
            </a:r>
          </a:p>
          <a:p/>
          <a:p>
            <a:r>
              <a:t>[PRINCIPLE 1: SEPARATE AUTHZ &amp; AUTHN]</a:t>
            </a:r>
          </a:p>
          <a:p>
            <a:r>
              <a:t>- OAuth 2.0 = Authorization (access token, scopes)</a:t>
            </a:r>
          </a:p>
          <a:p>
            <a:r>
              <a:t>- OIDC = Authentication (ID Token JWT, identity claims)</a:t>
            </a:r>
          </a:p>
          <a:p>
            <a:r>
              <a:t>- Never use access token as identity assertion</a:t>
            </a:r>
          </a:p>
          <a:p>
            <a:r>
              <a:t>[PRINCIPLE 2: VERIFY EVERY TOKEN]</a:t>
            </a:r>
          </a:p>
          <a:p>
            <a:r>
              <a:t>- Access Token: Validate existence + scope in AS token store</a:t>
            </a:r>
          </a:p>
          <a:p>
            <a:r>
              <a:t>- ID Token: Verify HMAC-SHA256 signature + all claims (iss, aud, exp, iat, nonce)</a:t>
            </a:r>
          </a:p>
          <a:p>
            <a:r>
              <a:t>- Refresh Token: Track usage, rotate, detect replay</a:t>
            </a:r>
          </a:p>
          <a:p>
            <a:r>
              <a:t>[PRINCIPLE 3: DEFENSE IN DEPTH]</a:t>
            </a:r>
          </a:p>
          <a:p>
            <a:r>
              <a:t>- PKCE prevents code interception</a:t>
            </a:r>
          </a:p>
          <a:p>
            <a:r>
              <a:t>- ID Token nonce prevents replay</a:t>
            </a:r>
          </a:p>
          <a:p>
            <a:r>
              <a:t>- Refresh token rotation prevents long-term token reuse</a:t>
            </a:r>
          </a:p>
          <a:p>
            <a:r>
              <a:t>- Family revocation limits blast radius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Ringkasan Lab 31</a:t>
            </a:r>
          </a:p>
          <a:p/>
          <a:p>
            <a:r>
              <a:t>Mental Model: Separate authz/autn, verify JWT signature, rotate refresh tokens — defense in depth.</a:t>
            </a:r>
          </a:p>
          <a:p/>
          <a:p>
            <a:r>
              <a:t>[KEY RESULTS]</a:t>
            </a:r>
          </a:p>
          <a:p>
            <a:r>
              <a:t>- PKCE S256: code_verifier binds client to authorization code</a:t>
            </a:r>
          </a:p>
          <a:p>
            <a:r>
              <a:t>- ID Token: JWT with HMAC-SHA256 signature + claims validation</a:t>
            </a:r>
          </a:p>
          <a:p>
            <a:r>
              <a:t>- Refresh Token Rotation: single-use, family revocation on replay</a:t>
            </a:r>
          </a:p>
          <a:p>
            <a:r>
              <a:t>- Attack Scenarios: All blocked (interception, forgery, replay)</a:t>
            </a:r>
          </a:p>
          <a:p>
            <a:r>
              <a:t>[MENTAL MODEL]</a:t>
            </a:r>
          </a:p>
          <a:p>
            <a:r>
              <a:t>- OAuth 2.0 is authorization (what you can access), OIDC is authentication (who you are).</a:t>
            </a:r>
          </a:p>
          <a:p>
            <a:r>
              <a:t>- Never trust a JWT without cryptographic signature verification.</a:t>
            </a:r>
          </a:p>
          <a:p>
            <a:r>
              <a:t>- Refresh tokens must be single-use — replay revokes entire session family.</a:t>
            </a:r>
          </a:p>
          <a:p>
            <a:r>
              <a:t>[RESOURCES]</a:t>
            </a:r>
          </a:p>
          <a:p>
            <a:r>
              <a:t>- Repository: https://github.com/lukman-ss/software-engineering-lab/tree/main/labs/31-oauth2-and-oidc</a:t>
            </a:r>
          </a:p>
          <a:p>
            <a:r>
              <a:t>- Commit SHA: cf0cd90745a547032e8fb3a2cb838f40db1de30a</a:t>
            </a:r>
          </a:p>
          <a:p>
            <a:r>
              <a:t>- Run demo: go run ./cmd/demo</a:t>
            </a:r>
          </a:p>
          <a:p>
            <a:r>
              <a:t>- Run tests: go test -v -race ./...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OAuth 2.0 &amp; OpenID Connect (OIDC)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1E8"/>
                </a:solidFill>
              </a:defRPr>
            </a:pPr>
            <a:r>
              <a:t>Otorisasi, Autentikasi, dan Perlindungan Token Modern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87F76"/>
                </a:solidFill>
                <a:latin typeface="Courier New"/>
              </a:defRPr>
            </a:pPr>
            <a:r>
              <a:t>&gt; system_check --lab 31 --topic 'oauth2-and-oidc'</a:t>
            </a:r>
            <a:br/>
            <a:r>
              <a:t>&gt; author: Lukman / lukman-ss | status: PRODUCTION VERIFIED</a:t>
            </a:r>
            <a:br/>
            <a:r>
              <a:t>&gt; commit: cf0cd907 | tests: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Auth vs Authz: Kebingungan yang Berbahaya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Access Token bukan Identity — mixing keduanya membuka celah keamanan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MOTIVASI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OAuth 2.0 sering disalahpahami sebagai protokol autentikasi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Access Token menjawab 'apa yang boleh diakses', bukan 'siapa penggunanya'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OIDC menambahkan layer identitas di atas OAuth 2.0 untuk menjawab 'siapa user'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RISIKO KONFUSI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Menyimpan bearer token di localStorage → XSS mengeksploitasi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Menggunakan implicit flow → token tereksposisi di URL fragment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Refresh token statis → attacker mempertahankan akses selamanya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STANDAR TERKINI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RFC 9700: Wajib Authorization Code Flow + PKCE untuk browser client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OIDC Core 1.0: ID Token JWT dengan signature &amp; claims wajib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Implicit flow dihapus dari OAuth 2.1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OAuth 2.0 is for authorization (what you can access), OIDC is for authentication (who you are).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Empat Mekanisme Inti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PKCE, Authorization Code Grant, ID Token Validation, Refresh Token Rotation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PKCE (RFC 7636)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generate code_verifier (32 byte random)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code_challenge = SHA-256(code_verifier)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authorization code interception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AUTHORIZATION CODE GRANT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→ AS: response_type=code, code_challenge, nonce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AS → Client: authorization code (one-time, expires 5 min)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→ AS: exchange code + code_verifier for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ID TOKEN (OIDC)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JWT signed dengan HMAC-SHA256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Claims wajib: iss, sub, aud, exp, iat, nonce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verifikasi signature, issuer, audience, expiry, nonce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Four pillars: PKCE for code protection, Code Flow for security, ID Token for identity, Rotation for replay defense.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Authorization Request dengan PKCE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Client mengirim challenge, nonce, state untuk keamanan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PARAMETER REQUEST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response_type=code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client_id=spa-client-123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redirect_uri=https://app.example.com/callback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scope=openid profile 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KEAMANAN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state=&lt;random&gt; → anti-CSRF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code_challenge=&lt;challenge&gt; → PKCE S256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code_challenge_method=S256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nonce=&lt;random&gt; → anti-replay ID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ALUR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1. Client generates PKCE pair + nonce + state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2. Client redirects to AS with all parameters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3. AS stores challenge &amp; nonce bound to code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4. AS redirects back with authorization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State, PKCE challenge, and nonce are bound to the code — interception without verifier fails.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Token Exchange: Verifikasi PKCE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Server hitung SHA-256 verifier, bandingkan dengan stored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EXCHANGE REQUEST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grant_type=authorization_code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code=&lt;authorization_code&gt;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redirect_uri=https://app.example.com/callback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client_id=spa-client-123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code_verifier=dbNVgXttw5HU018kaBwk3JusvwqMVanN4c4ghBsH88w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VERIFIKASI SERVER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1. Check code is unused &amp; not expired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2. Compute SHA-256(code_verifier)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3. Compare with stored code_challenge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4. If match → issue tokens, mark code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INTERCEPTION ATTACK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intercepts authorization code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does NOT have code_verifier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Exchange with wrong verifier → verification fails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Error: pkce verification failed: code_verifier does not match code_challenge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Only the legitimate client has the original verifier — attackers can't exchange the intercepted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ID Token: JWT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Header + Claims + Signature HMAC-SHA256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JWT FORMAT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header.claims.signature (3 base64url parts)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Header: {"alg":"HS256","typ":"JWT"}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Claims: {"iss":"...","sub":"...","aud":"...","exp":...,"iat":...,"nonce":"..."}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SIGNING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1. Encode header &amp; claims to base64url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2. unsignedToken = header + '.' + claims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3. signature = HMAC-SHA256(unsignedToken, shared_secret)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4. final = unsignedToken + '.' + signature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VALIDATION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1. Decode &amp; verify HMAC-SHA256 signature (constant-time)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2. iss exact match → https://auth.example.com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3. aud match → spa-client-123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4. exp &gt; now, iat &lt; now+300s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5. nonce match → anti-replay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JWT is three base64url segments — verify signature with HMAC-SHA256, then validate all claims.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labs/31-oauth2-and-oidc/content/03-code-snippets.md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Validation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Six-step verification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FORMAT CHECK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parts = rawJWT.split('.')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len(parts) != 3: return ErrMalformedJWT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SIGNATURE VERIFY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unsigned = parts[0] + '.' + parts[1]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expected_sig = HMAC-SHA256(unsigned, secret)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not hmac.Equal(sig, expected_sig): return ErrSignatureInvalid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CLAIMS VALIDATE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claims.Issuer != expectedIssuer: return ErrIssuerMismatch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claims.Audience != expectedAudience: return ErrAudienceMismatch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claims.Expiration &lt;= now: return ErrTokenExpired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claims.IssuedAt &gt; now+300: return ErrIssuedInFuture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claims.Nonce != expectedNonce: return ErrNonceMismatch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Validate in order: format, signature (constant-time), then all claims — reject on first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labs/31-oauth2-and-oidc/pkg/oidc/oidc.go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Token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Access Token, ID Token, Refresh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ACCESS TOKEN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Bearer token opaque string (e.g., at_4e8dd945eaf2aed814aaf9717a7ee6bab364db0914917bb2)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Lifetime: 1 hour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Scope-limited, used to access protected resources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NOT for identity assertion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ID TOKEN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Signed JWT with claims (iss, sub, aud, exp, iat, nonce)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Lifetime: 1 hour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verifies signature, issuer, audience, expiry, nonce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Used to assert user identity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REFRESH TOKEN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Long-lived token (e.g., 30 days)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Used to obtain new access tokens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Single-use: each refresh invalidates old token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Family tracking: replay revokes entire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Access token for resources, ID token for identity, refresh token for rotation — never use access token as identity.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Resource Server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Resource server accepts Access Token, checks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REQUEST FORMAT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GET /api/profile HTTP/1.1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Host: api.example.com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Authorization: Bearer at_4e8dd945eaf2aed814aaf9717a7ee6bab364db0914917bb2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SERVER PROCESS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1. Extract bearer token from Authorization header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2. Validate token exists in AS token store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3. Check token scope matches requested resource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4. Return protected resource with subject from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VERIFICATION OUTPUT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Resource Server verified Access Token. Subject: user_alice_99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Scope check: profile → allowed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Response: {"id":99,"name":"Alice","email":"alice@example.com"}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Resource server validates token existence &amp; scope — never trust the token as identity without AS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Refresh Token Rotation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Single-use tokens with family lineage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ROTATION PROCESS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1. Client sends current refresh_token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2. AS marks token.Revoked = true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3. AS generates new refresh_token with same FamilyID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4. AS generates new access_token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5. AS returns both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ROTATION OUTPUT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Rotated New Access Token : at_8c8facd2a7dce0b35b74243d16172970a30c4e94f05853bd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Rotated New Refresh Token: rt_a0aafd72efbf3ffb2f3cfafeacf71cf4d4e6503170fee590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FamilyID preserved: rt_c624... and rt_a0aa... belong to same family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REPLAY DETECTION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reuses old refresh_token (already revoked)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AS checks: meta.Revoked = true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AS sets s.revokedFams[FamilyID] = true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AS returns: ErrTokenReplayDetected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Rotate tokens on every use — replay of revoked token revokes entire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labs/31-oauth2-and-oidc/content/03-code-snippets.md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Rotation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Revocation + new token generation + family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CHECK REVOCATION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meta, exists := s.refreshMeta[refreshToken]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!exists: return ErrRefreshTokenNotFound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s.revokedFams[meta.FamilyID]: return ErrTokenReplayDetected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meta.Revoked: s.revokedFams[meta.FamilyID] = true; return ErrTokenReplayDetected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MARK OLD REVOKED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meta.Revoked = true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meta.UsedAt = time.Now()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GENERATE NEW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newRtBytes := make([]byte, 24)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rand.Read(newRtBytes)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newRefreshToken := 'rt_' + hex.EncodeToString(newRtBytes)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s.refreshMeta[newRefreshToken] = &amp;RefreshTokenMeta{FamilyID: meta.FamilyID, Revoked: false}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Check revocation twice: before (family already compromised) and after (token reused).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labs/31-oauth2-and-oidc/pkg/server/server.go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Scenario 1: Authorization Code Interception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Attacker intercepts code, lacks verifier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INTERCEPTION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intercepts authorization code from redirect URL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attempts token exchange with intercepted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EXCHANGE ATTEMPT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code + attacker's random verifier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AS computes SHA-256(attacker_verifier)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Stored challenge: SHA-256(original_verifier)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Mismatch: challenge does not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ERROR RESPONSE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Error: pkce verification failed: code_verifier does not match code_challenge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Token exchange rejected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cannot obtain tokens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Legitimate client with correct verifier succeeds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Interception without verifier = failure — PKCE binds verifier to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Scenario 2: Forged / Tampered ID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Attacker modifies payload or signature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MODIFICATION ATTEMPT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intercepts ID Token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modifies payload (e.g., change sub from user_alice to admin)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generates new signature with known 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VERIFICATION FAILURE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verifies HMAC-SHA256 signature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Computed signature ≠ embedded signature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Return: ErrSignatureInvalid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Token rejected before claims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ALTERNATIVE TAMPERING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forges entirely new JWT without signing key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HMAC-SHA256 verification fails immediately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Return: ErrSignatureInvalid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 claims validation needed — signature invalid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Forged tokens fail signature verification — no key, no valid token.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Scenario 3: Refresh Token 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Attacker reuses already-consumed refresh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REPLAY ATTEMPT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steals refresh token (rt_c624781adb52c6effa11d85bbe24fccf7f73eb20feeaf928)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uses stolen token after legitimate refresh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refreshes token → new refresh token issued, old revoked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REPLAY DETECTION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sends revoked refresh token to AS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AS checks: meta.Revoked = true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AS sets s.revokedFams[meta.FamilyID] = true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AS returns: ErrTokenReplayDetected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FAMILY REVOCATION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All active tokens in family immediately revoked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Active session: Error: refresh token reuse detected: entire token family revoked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must re-authenticate (force login)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 mitigated — attacker loses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Single-use refresh tokens — replay of revoked token revokes entire session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Scenario 4: Insecure Token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localStorage XSS vulnerability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VULNERABLE PRACTICE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Store access token in localStorage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Application vulnerable to XSS attack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Malicious script reads localStorage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steals access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EXPLOITATION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XSS payload: fetch('/api/steal', {method:'POST', body: localStorage.getItem('access_token')})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Access token sent to attacker server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Attacker uses token to access protected resources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 PKCE or refresh token protection — token is bearer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SECURE ALTERNATIVES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httpOnly Secure SameSite cookie (BFF pattern)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In-memory storage (react state, service variable)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DPoP or mTLS sender-constrained tokens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Never localStorage for bearer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Bearer tokens in localStorage = XSS exposes token — use httpOnly cookies or in-memory.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Component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Five packages + demo +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CORE PACKAGES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pkg/pkce/pkce.go: PKCE code verifier + S256 challenge generation/verification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pkg/oidc/oidc.go: ID Token JWT signing + verification + claims validation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pkg/server/server.go: In-memory Authorization Server + rotation + replay detection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pkg/client/client.go: Client helper for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IMPLEMENTATION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cmd/demo/main.go: End-to-end walkthrough demo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tests/oauth_test.go: 17 unit tests + race detector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go.mod: Go 1.22+ (standard library only)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 external dependencies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STANDARD LIBRARY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crypto/rand: 256-bit entropy for verifiers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crypto/hmac, crypto/sha256: HMAC-SHA256 JWT signature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encoding/json: JWT claims marshaling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encoding/base64: base64url encoding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Standard library only — crypto/rand, hmac/sha256, json, base64 for zero-dependency JWT.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labs/31-oauth2-and-oidc/engineering/01-design.md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Test Suite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17 test cases with race detector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PKCE TESTS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TestPKCE_S256_Valid: verifier 43-128 chars, challenge valid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TestPKCE_InvalidMethod: reject non-S256/plain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TestPKCE_Mismatch: wrong verifier rejected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TestPKCE_VerifierLength_Bounds: reject &lt;43 or &gt;128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ID TOKEN TESTS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TestOIDC_IDToken_Valid: signature valid, claims match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TestOIDC_IDToken_TamperedSignature: modified signature rejected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TestOIDC_IDToken_Expired: exp in past rejected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TestOIDC_IDToken_MismatchClaims: iss/aud/nonce mismatch rejected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TestOIDC_IDToken_IssuedInFuture: iat &gt; now+300 rejected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TestOIDC_MalformedJWT: wrong structure rejected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OAUTH2 TESTS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TestOAuth2_FullFlowAndPKCEInterception: valid flow, interception blocked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TestOAuth2_RefreshTokenRotation_AndReplayDetection: rotation works, replay revoked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TestOAuth2_NegativePaths: unregistered client, bad redirect, invalid code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TestOAuth2_ExpiredAuthCode_And_ExpiredTokens: expired resources rejected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TestOAuth2_ConcurrentRefreshReplay: 10 goroutines, 9+ fail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TestOAuth2_ConcurrencyAndRace: 20 workers, no race detected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17 tests cover PKCE, ID Token validation, full flow, and concurrency — race detector passed.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labs/31-oauth2-and-oidc/tests/oauth_test.go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Test Execution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PASS: 17/17, Race: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TEST OUTPUT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TestPKCE_S256_Valid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--- PASS: TestPKCE_S256_Valid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TestOIDC_IDToken_Valid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--- PASS: TestOIDC_IDToken_Valid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TestOAuth2_FullFlowAndPKCEInterception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--- PASS: TestOAuth2_FullFlowAndPKCEInterception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TestOAuth2_RefreshTokenRotation_AndReplayDetection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--- PASS: TestOAuth2_RefreshTokenRotation_AndReplayDetection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PASS — 17/17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RACE DETECTOR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Command: go test -race ./...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Result: ok  	labs/31-oauth2-and-oidc/tests	1.366s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 data races detected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Thread-safe operations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DEMO OUTPUT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LAB 31: OAuth 2.0 &amp; OpenID Connect (OIDC) Demo ===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[Step 6] Interception Attack Blocked! Error: pkce verification failed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[Step 8] Refresh Token Replay Detected! Error: entire token family revoked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Demo Completed Successfully ===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17/17 tests pass, race detector clean, demo confirms attack scenarios fail as expected.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labs/31-oauth2-and-oidc/engineering/03-execution-result.md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Security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9 checkpoints before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CHECKLIST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PKCE S256 wajib untuk semua browser client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Implicit flow &amp; resource owner password flow dihindari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ID Token diverifikasi: signature, iss, aud, exp, iat, nonce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Authorization code one-time use, expires 5 minutes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Refresh token rotation setiap penggunaan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Replay detection → family revocation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Access token tidak digunakan untuk authentication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Token storage: httpOnly cookie atau in-memory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Concurrency thread-safe (mutex, race detector)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STANDARD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RFC 6749: OAuth 2.0 Authorization Framework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RFC 7636: Proof Key for Code Exchange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RFC 7519: JSON Web Token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RFC 8725: OAuth 2.0 Security Best Current Practice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RFC 9700: OAuth 2.0 Security Best Current Practice (2025)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OIDC Core 1.0: Authentication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RECOMMENDED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Use JWKS endpoint for asymmetric signing (RS256/ES256)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Implement constant-time comparison for PKCE verification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Use DPoP or mTLS for sender-constrained tokens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Graceful eviction for expired codes/tokens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Validate state parameter for anti-CSRF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Nine checks cover PKCE, ID Token validation, rotation, and storage — align with RFC 9700.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6 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Penghindaran praktik berbahaya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MISTAKE 1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Using access token for authentication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Access token is NOT identity — it's authorization grant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Solution: Use ID Token for user identity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MISTAKE 2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Not validating ID Token signature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Anyone can forge JWT without signature verification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Solution: Verify HMAC-SHA256 signature before claims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MISTAKE 3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Ignoring issuer/audience checks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ID Token could be intended for another client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Solution: Exact match issuer, audience exact or array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Six mistakes: token misuse, no signature verification, no claim validation, insecure storage, implicit flow, static refresh.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Case Study: Attack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From code interception to family revocation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STEP 1-3: LEGITIMATE FLOW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Generated PKCE code_challenge (S256): dbNVgXttw5HU018kaBwk3JusvwqMVanN4c4ghBsH88w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Generated OIDC nonce: 2152fa0c9254b322d11b27dba96b99de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Access Token: at_4e8dd945eaf2aed814aaf9717a7ee6bab364db0914917bb2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STEP 4-5: ID TOKEN VALIDATION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ID Token Subject: user_alice_99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ID Token Issuer: https://auth.example.com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ID Token Audience: spa-client-123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ID Token Nonce Match: 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STEP 6-8: ATTACK BLOCKED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Interception Attack Blocked! Error: pkce verification failed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Rotated New Refresh Token: rt_a0aafd72efbf3ffb2f3cfafeacf71cf4d4e6503170fee590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Refresh Token Replay Detected! Error: entire token family revoked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Active session revoked due to family revocation! Error: refresh token reuse detected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Legitimate flow succeeds, interception blocked by PKCE, replay detected by rotation — defense in depth.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Lab Implementation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Simulasi konseptual — bukan produksi database asli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 1: IN-MEMORY MOCK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Store menggunakan in-memory map (not real database)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 network latency or real HTTP transport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Tokens represented as strings, not cryptographically secure random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 2: SYMMETRIC SIGNING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HMAC-SHA256 symmetric signing for demo simplicity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Production should use asymmetric (RS256/ES256) with JWKS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 key rotation mechanism demonstrated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 3: STATE VALIDATION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Demo does not validate state parameter (client-side only)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Production must validate state for anti-CSRF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 PKCE constant-time comparison (audit: LOW severity)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This lab proves concepts — production needs asymmetric signing, JWKS, state validation, constant-time compare.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labs/31-oauth2-and-oidc/content/01-content-brief.md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Three Core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Pillars for secure OAuth 2.0 &amp; OIDC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PRINCIPLE 1: SEPARATE AUTHZ &amp; AUTHN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OAuth 2.0 = Authorization (access token, scopes)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OIDC = Authentication (ID Token JWT, identity claims)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Never use access token as identity assertion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PRINCIPLE 2: VERIFY EVERY TOKEN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Access Token: Validate existence + scope in AS token store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ID Token: Verify HMAC-SHA256 signature + all claims (iss, aud, exp, iat, nonce)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Refresh Token: Track usage, rotate, detect replay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PRINCIPLE 3: DEFENSE IN DEPTH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PKCE prevents code interception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ID Token nonce prevents replay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Refresh token rotation prevents long-term token reuse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Family revocation limits blast radius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Separate authz/autn, verify every token, defense in depth — PKCE, nonce, rotation, revocation.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labs/31-oauth2-and-oidc/content/02-master-draft.md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31 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Ringkasan Lab 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KEY RESULTS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PKCE S256: code_verifier binds client to authorization code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ID Token: JWT with HMAC-SHA256 signature + claims validation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Refresh Token Rotation: single-use, family revocation on replay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Attack Scenarios: All blocked (interception, forgery, replay)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MENTAL MODEL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OAuth 2.0 is authorization (what you can access), OIDC is authentication (who you are).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Never trust a JWT without cryptographic signature verification.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Refresh tokens must be single-use — replay revokes entire session family.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RESOURCES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Repository: https://github.com/lukman-ss/software-engineering-lab/tree/main/labs/31-oauth2-and-oidc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Commit SHA: cf0cd90745a547032e8fb3a2cb838f40db1de30a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Run demo: go run ./cmd/demo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Run tests: go test -v -race ./...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Separate authz/autn, verify JWT signature, rotate refresh tokens — defense in depth.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