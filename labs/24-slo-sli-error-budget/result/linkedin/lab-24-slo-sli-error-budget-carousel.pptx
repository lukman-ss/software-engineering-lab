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Cover: Implementasi SLI, SLO, Error Budget, dan Multi-Window Multi-Burn-Rate Alerting di Go berdasarkan prinsip Google SRE. Karya Lukman / lukman-ss.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Metrik infrastruktur tradisional seperti CPU atau RAM tidak berkorelasi linier dengan kepuasan pengguna. Lab 24 mendemonstrasikan pergeseran dari pemantauan hardware ke pengukuran pengalaman transaksi langsung berbasis SLI.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SRE menekankan bahwa 100% keandalan adalah target yang keliru. Error budget mentransformasi perdebatan subjektif antara tim produk dan tim operasional menjadi kontrak numerik yang disepakati bersama.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mencampuradukkan SLO dan SLA. Kegagalan mencapai SLO adalah sinyal untuk menghentikan deployment fitur dan berfokus pada stabilitas, bukan pemicu penalti finansial hukum.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 absolut (totalErrorBudget - BadRequests) menjaga kalkulasi tetap proporsional terhadap volume trafik aktual. Ini mencegah penalti berlebih pada masa trafik sepi.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Struktur bucket slice memberikan kompromi optimal antara presisi waktu dan efisiensi memori. Eviction dilakukan secara amortized setiap kali penulisan event baru terjadi.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Penggunaan sync.RWMutex memastikan operasi baca performa tinggi pada jalur evaluasi alerting, sementara mutasi penulisan dilindungi sepenuhnya dari race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 case handling pada traffic nol adalah rincian arsitektur penting. Mengembalikan SLI 1.0 memastikan deployment pipeline tidak mogok saat melakukan canary release pada instance baru.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Dalam sistem terdistribusi, latency jaringan dan clock skew antar node menyebabkan log event tiba terlambat. Algoritma bucket insertion wajib toleran terhadap waktu 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Single-window thresholding adalah penyebab utama kelelahan on-call (alert fatigue). SRE membutuhkan mekanisme yang hanya membunyikan pager saat insiden nyata sedang berlangsung.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Burn rate menstandardisasi keparahan insiden melintasi berbagai layanan. Nilai burn rate 10x memiliki arti operasional yang identik baik pada service 99.9% maupun 95.0%.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Prinsip AND logis pada dua window memastikan pager hanya berdering jika insiden berlangsung cukup lama untuk menghabiskan persentase budget yang signifikan.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Klasifikasi bertingkat mencegah kelelahan tim on-call. Insiden lambat yang masih menyisakan waktu respon berjam-jam tidak boleh membunyikan pager tengah malam.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Desain engine yang memisahkan pengumpulan metrik dan evaluasi aturan membuat sistem sangat modular dan mudah diuji secara deterministik di level unit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Kasus uji ini adalah validasi paling esensial dalam arsitektur alerting SRE. Tanpa verifikasi window panjang, tim akan menerima puluhan pager palsu setiap hari.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Dalam aplikasi web Go produksi dengan ribuan request per detik, thread safety pada shared metrics collector adalah syarat mutlak agar tidak terjadi corrupt memori.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Fase demo memperlihatkan bagaimana lonjakan galat yang tampak kecil (10 error dari 1.100 total) mampu menghabiskan kuota kegagalan 0.1% secara drastis.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Tidak semua endpoint harus memiliki target 99.9%. Endpoint non-kritis seperti batch report atau internal dashboard harus memiliki SLO lebih longgar agar hemat biaya.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Suite pengujian mencakup 100% perilaku penting: agregasi bucket, pengurutan timestamp, defensive zero-traffic, burn rate alerting, dan keamanan thread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Proses rolling window memberikan insentif pemulihan alami: begitu sistem stabil, metrik buruk akan ter-evict dari jendela perhitungan, membuka kembali gerbang rilis.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Mengenali batas implementasi mencegah tim membawa kode prototipe in-memory langsung ke sistem produksi tanpa dukungan basis data time-series terdistribusi.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budget membutuhkan komitmen manajemen produk. Jika rilis fitur tetap dipaksakan saat budget habis, seluruh kerangka SRE kehilangan wibawa operasionalnya.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ini menjadi panduan praktis bagi tim yang ingin mengadopsi prinsip Google SRE secara terukur dan disiplin sejak hari pertama pengembangan.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 Penutup: Rangkuman arsitektur SLO, SLI, Error Budget, dan Multi-Window Multi-Burn-Rate Alerting di Go. Seluruh 6 unit test lolos bebas race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b-24-slo-sli-error-budget-cover-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Masalah Pengukuran Keandalan Tradisional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Metrik server CPU dan memori tidak mencerminkan pengalaman nyata pengguna.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MOTIVASI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Tim keandalan kerap mengukur kesehatan sistem memakai CPU dan RAM. Layanan dengan utilisasi 15% bisa mengalami failure total akibat error HTTP 500, sementara server sibuk 90% dapat melayani 100% transaksi secara sukses. Metrik infrastruktur menyamarkan kegagalan pengguna.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BATAS LAB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Lab ini mengimplementasikan SLI good/total ratio, sliding window tracker dengan bucketing waktu, evaluasi error budget matematis, dan dual-window burn rate alert engine di Go murni tanpa dependensi eksternal.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Infrastructure metrics measure server health; SLIs measure user pain.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README.md • internal/metrics/tracker.go                                          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Mental Model: Keandalan Bukan 100%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Menargetkan uptime 100% adalah ilusi teknis dan pemborosan biaya rekayasa.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PRINSIP UTAMA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Keandalan sempurna (100%) tidak realistis karena jaringan seluler, ISP, dan perangkat pengguna memiliki batas kegagalan tersendiri. Menambah sembilan (nine) ketersediaan dari 99.9% ke 99.99% melipatgandakan biaya infrastruktur secara eksponensial.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ERROR BUDGET = KUOTA INOVASI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Error Budget didefinisikan sebagai (1.0 - SLO). Selisih ini adalah kuota kegagalan yang sah digunakan tim produk untuk merilis fitur baru, eksperimen arsitektur, dan pembaruan infrastruktur tanpa rasa takut.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Reliability is not 100%; the error budget is an explicit allocation for innovation.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content/01-content-brief.md • 02-master-draft.md                                 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Taksonomi: SLI, SLO, dan SLA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Membedakan indikator teknis, target internal, dan kontrak hukum bisnis.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SLI &amp; SLO (INTERNAL TEKNIS)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• SLI (Service Level Indicator): Rasio kuantitatif kejadian sukses terhadap total kejadian valid.</a:t>
            </a:r>
            <a:br/>
            <a:r>
              <a:t>• SLO (Service Level Objective): Target batas internal untuk SLI (misal 99.9% sukses selama 30 hari) guna mengarahkan prioritas engineering.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SLA (KONTRAK HUKUM)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• SLA (Service Level Agreement): Perjanjian legal dengan pelanggan eksternal yang mencakup konsekuensi finansial atau penalti refund. SLO internal selalu disetel lebih ketat dibanding SLA eksternal.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 measures reality; SLO guides internal engineering; SLA defines contractual penalties.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content/02-master-draft.md • Konsep Inti                                         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Formulasi Matematis Error Budget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Kalkulasi sisa kuota kesalahan absolut berbasis total volume transaksi.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RUMUS PERHITUNGAN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Total kuota kegagalan dihitung secara matematis:</a:t>
            </a:r>
            <a:br/>
            <a:r>
              <a:t>• totalErrorBudget = (1.0 - TargetSLO) * TotalRequests</a:t>
            </a:r>
            <a:br/>
            <a:r>
              <a:t>• budgetRemaining = totalErrorBudget - BadRequests</a:t>
            </a:r>
            <a:br/>
            <a:r>
              <a:t>Jika budgetRemaining &lt;= 0 saat ada trafik, deployment freeze aktif.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KEBIJAKAN RELEASE FREEZE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Sisa error budget menjadi penentu otomatis gerbang CI/CD. Ketika budget negatif, variabel CanDeploy berubah menjadi false. Semua perubahan berisiko dihentikan kecuali hotfix perbaikan keandalan dan patching keamanan P0.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When the error budget reaches zero, non-emergency feature deployments must freeze.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internal/slo/evaluator.go • Evaluate()                                           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Agregasi Time-Bucketed Sliding Window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Menghindari ledakan memori dengan pengelompokan interval waktu tetap.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TANTANGAN IN-MEMORY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Menyimpan jutaan event request secara individual dalam memory array memicu overhead alokasi pointer dan membebani Go Garbage Collector. Pengukuran jendela berjalan membutuhkan struktur data yang kompak.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STRUKTUR DATA BUCKET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WindowTracker mengelompokkan request ke dalam bucket interval waktu (misal 10 detik atau 1 menit). Setiap bucket hanya menyimpan pencacah numerik: StartTime, TotalCount, GoodCount, dan BadCount.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Fixed-size time bucketing eliminates GC overhead in high-throughput sliding windows.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internal/metrics/tracker.go • Bucket struct                                      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Implementasi Thread-Safe WindowTracker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Sinkronisasi mutlak mutex, pemangkasan bucket usang, dan truncation waktu.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METODE RECORD()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Setiap event masuk mengunci sync.RWMutex secara eksklusif. Tracker memanggil evict() untuk menghapus bucket di luar jendela, memotong timestamp via Truncate(bucketSize), lalu menginkremen pencacah yang relevan.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METODE SUMMARY()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Pembacaan ringkasan mengunci tracker dengan RLock(). Sistem menjumlahkan TotalCount, GoodCount, dan BadCount dari seluruh bucket yang masih valid di dalam batas windowSize secara atomik.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Synchronized sliding windows guarantee thread-safe eviction and zero metric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internal/metrics/tracker.go • Record, Summary                                    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Evaluator SLO dan Edge Case Zero Traffic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Mencegah deployment freeze palsu saat inisialisasi sistem baru.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KONDISI VOLUME NOL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Ketika service baru dinyalakan atau tidak ada request masuk (total == 0), pembagian Good / Total akan menghasilkan NaN atau 0%. Jika tidak ditangani, hal ini memicu deployment freeze yang keliru.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LOGIKA HANDLER DEFENSIVE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Evaluator secara eksplisit mendeteksi total == 0 dan mengembalikan Status dengan CurrentSLI: 1.0 dan CanDeploy: true. Deployment hanya diblokir jika kegagalan nyata terbukti saat ada lalu lintas.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Defensive zero-traffic guards prevent false deployment freezes during service bootstrap.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internal/slo/evaluator.go • Evaluate zero-check                                  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Uji Otomatis: Out-of-Order Timestamps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Ketahanan agregator terhadap paket jaringan yang tiba tidak berurutan.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SKENARIO UJI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TestOutOfOrderTimestamps menyuntikkan event dengan urutan waktu acak: T-10m, T-2m, dan T-5m. Tracker harus menempatkan event ke bucket yang tepat tanpa merusak urutan slice.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HASIL VERIFIKASI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Sistem secara otomatis mengurutkan bucket dan membuang event yang melewati batas kadaluarsa. Total agregasi tetap konsisten dan tepat merefleksikan event di dalam batas aktif.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Robust metric aggregators must handle out-of-order network events deterministically.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tests/slo_test.go • TestOutOfOrderTimestamps                                     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Kelemahan Alerting Satu Jendela (Single Window)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Dilema operasional antara alarm palsu dan keterlambatan deteksi insiden.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JENDELA PENDEK (5 MENIT)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Sangat responsif terhadap insiden, tetapi menghasilkan false alarm tinggi saat ada lonjakan galat sesaat (transient spike) akibat restart pod atau timeout jaringan 10 detik.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JENDELA PANJANG (24 JAM)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Tahan terhadap noise sesaat, namun Mean Time to Detect (MTTD) menjadi sangat lambat. Ketika sistem mengalami pemadaman total 100%, alarm baru berbunyi berjam-jam kemudian.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Single-window alerting forces an unresolvable trade-off between noise and detection delay.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content/02-master-draft.md • Alerting Multi-Jendela                              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Konsep Burn Rate: Laju Konsumsi Budget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Mengukur percepatan penghabisan kuota kesalahan relatif terhadap target.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DEFINISI MATEMATIS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Burn rate = actual_error_rate / allowed_error_rate.</a:t>
            </a:r>
            <a:br/>
            <a:r>
              <a:t>• SLO 99.9% mengizinkan error rate 0.1%.</a:t>
            </a:r>
            <a:br/>
            <a:r>
              <a:t>• Jika error rate aktual adalah 2.0%, maka Burn Rate = 2.0% / 0.1% = 20× lebih cepat dari toleransi normal.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ARTI OPERASIONAL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Burn rate 1.0x menghabiskan 100% budget tepat di akhir periode 30 hari. Burn rate 14.4x menghabiskan 2% budget hanya dalam 1 jam, membutuhkan tindakan pager darurat seketika.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Burn rate quantifies how fast an incident consumes the budget relative to its allowed 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internal/alerting/engine.go • Burn rate calculation                              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Multi-Window Multi-Burn-Rate Alerting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Mekanisme eliminasi false alarm berbasis verifikasi simultan dua jendela.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DORONGAN ARSITEKTUR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Google SRE memecahkan dilema alerting dengan memeriksa dua jendela sekaligus:</a:t>
            </a:r>
            <a:br/>
            <a:r>
              <a:t>• Jendela Pendek (Short Window): Memverifikasi keparahan laju saat ini.</a:t>
            </a:r>
            <a:br/>
            <a:r>
              <a:t>• Jendela Panjang (Long Window): Memverifikasi akumulasi durasi konsumsi.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SYARAT PEMICUAN LOGIS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Peringatan HANYA dipicu jika ShortBurnRate &gt;= Threshold DAN LongBurnRate &gt;= Threshold. Jika spike hanya terjadi di jendela pendek, sistem mengabaikannya sebagai noise.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Dual-window validation eliminates transient noise while catching sustained outages fast.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internal/alerting/engine.go • Check()                                            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Hierarki Alert: Page Fast vs Ticket Slow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Menyelaraskan tingkat keparahan alarm dengan tindakan tim rekayasa.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PAGE FAST (KRITIS)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• Burn Rate: 14.4× (menghabiskan 2% budget dalam 1 jam).</a:t>
            </a:r>
            <a:br/>
            <a:r>
              <a:t>• Jendela: 5 Menit (Short) &amp; 1 Jam (Long).</a:t>
            </a:r>
            <a:br/>
            <a:r>
              <a:t>• Tindakan: Bangunkan insinyur on-call seketika untuk intervensi mitigasi darurat.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TICKET SLOW (NON-KRITIS)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• Burn Rate: 6.0× (menghabiskan 5% budget dalam 6 jam).</a:t>
            </a:r>
            <a:br/>
            <a:r>
              <a:t>• Jendela: 30 Menit (Short) &amp; 6 Jam (Long).</a:t>
            </a:r>
            <a:br/>
            <a:r>
              <a:t>• Tindakan: Buat tiket issue pelacakan backlog tanpa mengganggu tidur on-call.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Page only on catastrophic burns; create automated tickets for slow budget leaks.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cmd/demo/main.go • BurnRateRule configuration                                    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Implementasi AlertEngine di Go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Evaluasi dual-tracker konkuren dan pembentukan record alert terstruktur.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STRUKTUR ENGINE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AlertEngine menyimpan referensi ke shortTracker dan longTracker. Fungsi Check() mengambil ringkasan metrik dari kedua tracker di bawah perlindungan RLock.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EVALUASI RULE BERSIH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Engine menghitung sBurn dan lBurn secara independen. Setiap rule yang terlewati di kedua sisi dikonversi menjadi struct Alert berisi RuleName, Severity, dan laju pembakaran aktual.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Isolated dual-tracker engines deliver clean, deterministic alert evaluation in 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internal/alerting/engine.go • Engine struct &amp; Check                              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Uji Otomatis: Supresi Spike Transien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Bukti empiris pencegahan alert palsu saat lonjakan galat sesaat.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KONDISI PENGUJIAN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TestAlertEngineBurnRate menguji spike ekstrim pada jendela pendek dengan burn rate mencapai 100x, sementara jendela panjang tetap bersih (burn rate 0.1x).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HASIL EVALUASI SUITE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Engine mengembalikan 0 alert aktif. Bukti otomatis memverifikasi bahwa lonjakan sesaat tidak memicu false positive. Alarm hanya terpicu saat kedua window melampaui batas.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Empirical tests verify 100% transient noise suppression under dual-window alerting.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tests/slo_test.go • TestAlertEngineBurnRate                                      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Ketahanan Konkurensi: 20 Goroutine Bebas Race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Verifikasi integritas memori di bawah beban paralel tinggi via go test -race.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BEBAN UJI KONKURENSI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TestConcurrencyMetrics mengeksekusi 20 goroutine yang secara simultan menyuntikkan 100 event per goroutine (total 2.000 event) ke dalam WindowTracker bersama.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HASIL RACE DETECTOR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Semua 2.000 event tercatat secara presisi tanpa ada counter yang hilang. Flag -race melaporkan 0 data race, membuktikan keamanan sinkronisasi sync.RWMutex.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Thread-safe metric collectors guarantee total data integrity under concurrent 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tests/slo_test.go • TestConcurrencyMetrics                                       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Orkestrasi Demo: Fase 1 &amp; 2 (Baseline &amp; Insiden)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Simulasi transisi dari operasional sehat ke kondisi error budget habis.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FASE 1: TRAFIK SEHAT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1.000 request disuntikkan dengan 100% sukses. Evaluasi menghasilkan:</a:t>
            </a:r>
            <a:br/>
            <a:r>
              <a:t>• SLI: 100.00% | Budget Tersisa: +1.00 error</a:t>
            </a:r>
            <a:br/>
            <a:r>
              <a:t>• Status Deploy: ALLOWED (CanDeploy = true).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FASE 2: INJEKSI INSIDEN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10 error disuntikkan dalam 100 request (10% burst). Akumulasi:</a:t>
            </a:r>
            <a:br/>
            <a:r>
              <a:t>• Total: 1.100 request | Bad: 10 | SLI: 99.09%</a:t>
            </a:r>
            <a:br/>
            <a:r>
              <a:t>• Budget Tersisa: -8.90 error | CanDeploy: false.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 10% error burst exhausts the budget immediately, triggering automated release freeze.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cmd/demo/main.go • Phase 1 &amp; Phase 2                                             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Orkestrasi Demo: Fase 3 &amp; 4 (Alert &amp; Kritisitas)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Pemicuan alarm nyata dan diferensiasi target antar endpoint bisnis.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FASE 3: ALERT TERPICU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Engine mendeteksi short burn 9.09x dan long burn 9.09x. Nilai ini melampaui threshold 6.0x, memicu alarm [TICKET] Slow Burn Alert secara otomatis.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FASE 4: TIERED SLO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Komparasi endpoint kritis vs reguler:</a:t>
            </a:r>
            <a:br/>
            <a:r>
              <a:t>• Payment Service (SLO 99.9%): Budget -8.90 (Freeze)</a:t>
            </a:r>
            <a:br/>
            <a:r>
              <a:t>• Reports Service (SLO 95.0%): Toleransi 5.0% jauh lebih longgar, menyerap fluktuasi trafik ringan.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Tiered SLO thresholds match operational alerts to core business criticality.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cmd/demo/main.go • Phase 3 &amp; Phase 4                                             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Matriks Verifikasi Pengujian Otomatis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Seluruh suite pengujian lolos tanpa kegagalan matematis dan sinkronisasi.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RINGKASAN SUITE TEST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• TestMetricsWindowTracker: Agregasi bucket presisi (PASS)</a:t>
            </a:r>
            <a:br/>
            <a:r>
              <a:t>• TestOutOfOrderTimestamps: Penanganan waktu acak (PASS)</a:t>
            </a:r>
            <a:br/>
            <a:r>
              <a:t>• TestEvaluatorZeroTraffic: Guard trafik nol (PASS)</a:t>
            </a:r>
            <a:br/>
            <a:r>
              <a:t>• TestSLOEvaluator: Freeze budget habis (PASS)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HASIL ALERT &amp; RACE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• TestAlertEngineBurnRate: Dual-window alert &amp; spike suppression (PASS)</a:t>
            </a:r>
            <a:br/>
            <a:r>
              <a:t>• TestConcurrencyMetrics: 20 worker paralel bebas data race (PASS)</a:t>
            </a:r>
            <a:br/>
            <a:r>
              <a:t>Total durasi: 2.904s di bawah go test -race.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All 6 automated test assertions pass with zero data races and verified math.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tests/slo_test.go • go test -race -v ./...                                       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Prosedur Pemulihan (Incident Recovery)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Langkah terstruktur tim rekayasa saat error budget berada di zona merah.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TINDAKAN REKAYASA SEGERA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1. Hentikan rilis fitur baru pada repositori terkait.</a:t>
            </a:r>
            <a:br/>
            <a:r>
              <a:t>2. Alihkan fokus sprint engineering ke investigasi akar masalah (root cause analysis).</a:t>
            </a:r>
            <a:br/>
            <a:r>
              <a:t>3. Terapkan mitigasi hotfix berisiko rendah atau rollback versi.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PEMULIHAN KUOTA BUDGET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Seiring waktu berjalan, bucket berisi event error akan terdorong keluar dari jendela geser (eviction). Begitu rasio kegagalan turun di bawah batas, budget kembali positif dan deploy dibuka.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Budget recovery occurs naturally as rolling windows evict historical failure buckets.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content/02-master-draft.md • Recovery / Rollback                                 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Batasan Implementasi Lab vs Produksi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Kesenjangan arsitektur yang wajib disesuaikan di skala enterprise.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BATASAN LAB INI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• Penyimpanan in-memory hilang saat instance restart.</a:t>
            </a:r>
            <a:br/>
            <a:r>
              <a:t>• Simulasi kompresi waktu (menit mewakili hari).</a:t>
            </a:r>
            <a:br/>
            <a:r>
              <a:t>• Evaluasi latency boolean via closure bukan histogram penuh.</a:t>
            </a:r>
            <a:br/>
            <a:r>
              <a:t>• Rule berbagi jendela tracker global.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ADAPTASI PRODUKSI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• Gunakan time-series database (Prometheus / VictoriaMetrics).</a:t>
            </a:r>
            <a:br/>
            <a:r>
              <a:t>• Terapkan jendela rolling 28 hari (konsistensi akhir pekan).</a:t>
            </a:r>
            <a:br/>
            <a:r>
              <a:t>• Manfaatkan prometheus quantile histogram untuk P95/P99.</a:t>
            </a:r>
            <a:br/>
            <a:r>
              <a:t>• Simpan status audit freeze di database persisten.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Production deployments require distributed time-series storage and full latency quantiles.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engineering-audit-opensource/06-verdict.md                                       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Anti-Patterns &amp; Kesalahan Umum SRE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Jebakan implementasi keandalan yang sering merugikan organisasi.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KESALAHAN METRIK &amp; TARGET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• Menetapkan SLO 100% yang mustahil dicapai.</a:t>
            </a:r>
            <a:br/>
            <a:r>
              <a:t>• Menggunakan latency rata-rata (mean) yang menyembunyikan tail latency p99.</a:t>
            </a:r>
            <a:br/>
            <a:r>
              <a:t>• Menggunakan metrik hardware CPU/RAM sebagai indikator keandalan layanan.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KESALAHAN OPERASIONAL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• Menjalankan error budget tanpa kebijakan penegakan freeze (hanya menjadi pajangan dasbor).</a:t>
            </a:r>
            <a:br/>
            <a:r>
              <a:t>• Membunyikan pager untuk spike sesaat akibat single-window alerting.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An error budget without an enforced release freeze policy is merely a decorative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content/02-master-draft.md • Kesalahan Umum                                      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56064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</a:defRPr>
            </a:pPr>
            <a:r>
              <a:t>SOFTWARE ENGINEERING LAB  |  LAB 24</a:t>
            </a:r>
          </a:p>
          <a:p>
            <a:pPr>
              <a:spcAft>
                <a:spcPts val="200"/>
              </a:spcAft>
              <a:defRPr sz="2800" b="1">
                <a:solidFill>
                  <a:srgbClr val="0B1B2D"/>
                </a:solidFill>
              </a:defRPr>
            </a:pPr>
            <a:r>
              <a:t>Checklist Implementasi SLO &amp; Error Budget</a:t>
            </a:r>
          </a:p>
          <a:p>
            <a:pPr>
              <a:defRPr sz="1500">
                <a:solidFill>
                  <a:srgbClr val="52606B"/>
                </a:solidFill>
              </a:defRPr>
            </a:pPr>
            <a:r>
              <a:t>Panduan verifikasi langkah demi langkah untuk tim pengembang dan SRE.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DESAIN &amp; INDIKATOR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[ ] Tentukan SLI berbasis user experience (rasio good/total).</a:t>
            </a:r>
            <a:br/>
            <a:r>
              <a:t>[ ] Tetapkan target SLO realistis (≤ 99.9%, bukan 100%).</a:t>
            </a:r>
            <a:br/>
            <a:r>
              <a:t>[ ] Definisikan batasan ambang latency via predikat closure.</a:t>
            </a:r>
            <a:br/>
            <a:r>
              <a:t>[ ] Terapkan klasifikasi SLO berbeda sesuai kritisitas bisnis.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5856" y="1810512"/>
            <a:ext cx="460857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975104"/>
            <a:ext cx="4279392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</a:defRPr>
            </a:pPr>
            <a:r>
              <a:t>ALERTING &amp; KEBIJAKAN</a:t>
            </a:r>
          </a:p>
          <a:p>
            <a:pPr>
              <a:defRPr sz="1350">
                <a:solidFill>
                  <a:srgbClr val="0B1B2D"/>
                </a:solidFill>
              </a:defRPr>
            </a:pPr>
            <a:r>
              <a:t>[ ] Bangun mekanisme alerting multi-window multi-burn-rate.</a:t>
            </a:r>
            <a:br/>
            <a:r>
              <a:t>[ ] Bedakan severity Page (14.4x) vs Ticket (6.0x).</a:t>
            </a:r>
            <a:br/>
            <a:r>
              <a:t>[ ] Tegakkan kebijakan otomatis CanDeploy = false saat budget habis.</a:t>
            </a:r>
            <a:br/>
            <a:r>
              <a:t>[ ] Jadwalkan evaluasi berkala kapasitas error budget tiap kuartal.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90872"/>
            <a:ext cx="9656064" cy="576072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93268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Enforce quantitative SLIs, dual-window burn rates, and automated release policies.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13832"/>
            <a:ext cx="965606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content/05-key-takeaways.md • Checklist                                          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500616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87F76"/>
                </a:solidFill>
              </a:defRPr>
            </a:pPr>
            <a:r>
              <a:t>SOFTWARE ENGINEERING LAB | LAB 24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</a:defRPr>
            </a:pPr>
            <a:r>
              <a:t>SLO, SLI, and Error Budget Implementation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</a:defRPr>
            </a:pPr>
            <a:r>
              <a:t>SLIs measure customer experience; error budgets allocate risk for engineering innovation; dual-window burn rate alerts catch real outages without waking on-call for transient noise.</a:t>
            </a:r>
          </a:p>
          <a:p>
            <a:pPr>
              <a:spcAft>
                <a:spcPts val="3600"/>
              </a:spcAft>
              <a:defRPr sz="1300">
                <a:solidFill>
                  <a:srgbClr val="CAD7CF"/>
                </a:solidFill>
              </a:defRPr>
            </a:pPr>
            <a:r>
              <a:t>• Verifikasi Otomatis: 6/6 PASS (go test -race ./...) • Kunci Arsitektur: WindowTracker sync.RWMutex, Defensive Zero-Traffic Guard, Dual-Window Burn Rate Engine • Repositori: github.com/lukman-ss/software-engineering-lab/tree/main/labs/24-slo-sli-error-budget • Komitmen Terverifikasi: ffb1d0c4</a:t>
            </a:r>
          </a:p>
          <a:p>
            <a:pPr>
              <a:defRPr sz="1400" b="1">
                <a:solidFill>
                  <a:srgbClr val="D97706"/>
                </a:solidFill>
              </a:defRPr>
            </a:pPr>
            <a:r>
              <a:t>Karya: Lukman / lukman-ss  •  Software Engineering Lab Seri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