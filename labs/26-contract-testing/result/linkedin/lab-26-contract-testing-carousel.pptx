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Contract Testing</a:t>
            </a:r>
          </a:p>
          <a:p/>
          <a:p>
            <a:r>
              <a:t>[]</a:t>
            </a:r>
          </a:p>
          <a:p>
            <a:r>
              <a:t>- Retro CRT monitor beige dengan scanlines</a:t>
            </a:r>
          </a:p>
          <a:p>
            <a:r>
              <a:t>- Terminal monitor CDC verifier engine output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Masalah Integrasi Microservices: Rapuhnya E2E Test</a:t>
            </a:r>
          </a:p>
          <a:p/>
          <a:p>
            <a:r>
              <a:t>Mental Model: Mocks drift into false confidence; contract tests turn consumer assumptions into executable provider guardrails.</a:t>
            </a:r>
          </a:p>
          <a:p/>
          <a:p>
            <a:r>
              <a:t>[MASALAH E2E TESTING]</a:t>
            </a:r>
          </a:p>
          <a:p>
            <a:r>
              <a:t>- Membutuhkan seluruh ekosistem service dan database aktif bersamaan di staging</a:t>
            </a:r>
          </a:p>
          <a:p>
            <a:r>
              <a:t>- Flaky network, timeout, dan latency test lingkungan memperlambat pipeline CI/CD</a:t>
            </a:r>
          </a:p>
          <a:p>
            <a:r>
              <a:t>- Feedback loop lambat: pengembang menunggu berjam-jam hanya untuk cek kompatibilitas DTO</a:t>
            </a:r>
          </a:p>
          <a:p>
            <a:r>
              <a:t>[PARADOKS MOCK SERVICE]</a:t>
            </a:r>
          </a:p>
          <a:p>
            <a:r>
              <a:t>- Unit test consumer dengan mock lokal selalu lolos karena asumsi schema statis</a:t>
            </a:r>
          </a:p>
          <a:p>
            <a:r>
              <a:t>- Saat provider mengubah casing enum atau nama field di produksi, consumer langsung crash</a:t>
            </a:r>
          </a:p>
          <a:p>
            <a:r>
              <a:t>- Mock yang dirawat manual cepat usang dan menciptakan ilusi keamanan palsu</a:t>
            </a:r>
          </a:p>
          <a:p>
            <a:r>
              <a:t>[KONDISI DI LAB 26]</a:t>
            </a:r>
          </a:p>
          <a:p>
            <a:r>
              <a:t>- Consumer Mobile App membutuhkan kontrak schema minimal dari OrderService</a:t>
            </a:r>
          </a:p>
          <a:p>
            <a:r>
              <a:t>- Provider melakukan perubahan tanpa koordinasi yang melanggar kontrak DTO</a:t>
            </a:r>
          </a:p>
          <a:p>
            <a:r>
              <a:t>- Dibutuhkan deployment gate otomatis berbasis CDC tanpa dependensi external runtime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Anatomi Consumer-Driven Contracts: Consumer Menentukan Ekspektasi</a:t>
            </a:r>
          </a:p>
          <a:p/>
          <a:p>
            <a:r>
              <a:t>Mental Model: The consumer defines the contract, but the provider proves compliance before shipping.</a:t>
            </a:r>
          </a:p>
          <a:p/>
          <a:p>
            <a:r>
              <a:t>[PRINSIP KEBUTUHAN MINIMAL]</a:t>
            </a:r>
          </a:p>
          <a:p>
            <a:r>
              <a:t>- Consumer hanya mencatat subset field yang benar-benar dibaca oleh kodenya</a:t>
            </a:r>
          </a:p>
          <a:p>
            <a:r>
              <a:t>- Field provider yang tidak dikonsumsi (misal internal notes) diabaikan dalam kontrak</a:t>
            </a:r>
          </a:p>
          <a:p>
            <a:r>
              <a:t>- Provider bebas berevolusi pada field yang tidak mengikat consumer mana pun</a:t>
            </a:r>
          </a:p>
          <a:p>
            <a:r>
              <a:t>[STRUKTUR INTERACTION]</a:t>
            </a:r>
          </a:p>
          <a:p>
            <a:r>
              <a:t>- Request: HTTP Method GET /v1/orders/ORD-123</a:t>
            </a:r>
          </a:p>
          <a:p>
            <a:r>
              <a:t>- Provider State: Order ORD-123 exists and is IN_PROGRESS</a:t>
            </a:r>
          </a:p>
          <a:p>
            <a:r>
              <a:t>- Response: Status 200 OK, Content-Type JSON, body dengan id, status, customer.name, total</a:t>
            </a:r>
          </a:p>
          <a:p>
            <a:r>
              <a:t>[PERGESERAN PARADIGMA]</a:t>
            </a:r>
          </a:p>
          <a:p>
            <a:r>
              <a:t>- Provider-driven: Provider merilis OpenAPI spec raksasa, consumer dipaksa mengikuti</a:t>
            </a:r>
          </a:p>
          <a:p>
            <a:r>
              <a:t>- Consumer-driven: Consumer merilis kontrak kebutuhan, provider membuktikan kepatuhan</a:t>
            </a:r>
          </a:p>
          <a:p>
            <a:r>
              <a:t>- Hasil: Hubungan dependensi API menjadi eksplisit, terukur, dan dapat diaudit di CI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Skenario Nyata: Tiga Mutasi Payload Pemicu Downtime</a:t>
            </a:r>
          </a:p>
          <a:p/>
          <a:p>
            <a:r>
              <a:t>Mental Model: Small unannounced payload changes cause catastrophic client-side deserialization outages.</a:t>
            </a:r>
          </a:p>
          <a:p/>
          <a:p>
            <a:r>
              <a:t>[MUTASI 1: CASING ENUM STATUS]</a:t>
            </a:r>
          </a:p>
          <a:p>
            <a:r>
              <a:t>- Backend mengubah 'IN_PROGRESS' menjadi huruf kecil 'in_progress' untuk standardisasi</a:t>
            </a:r>
          </a:p>
          <a:p>
            <a:r>
              <a:t>- Client mobile memiliki strict enum parser: status tidak dikenali memicu fatal error</a:t>
            </a:r>
          </a:p>
          <a:p>
            <a:r>
              <a:t>- User tertahan di layar loading tanpa pesan kesalahan yang informatif</a:t>
            </a:r>
          </a:p>
          <a:p>
            <a:r>
              <a:t>[MUTASI 2: FIELD RENAME CUSTOMER]</a:t>
            </a:r>
          </a:p>
          <a:p>
            <a:r>
              <a:t>- Backend merapikan schema: field customer.name diubah menjadi customer.full_name</a:t>
            </a:r>
          </a:p>
          <a:p>
            <a:r>
              <a:t>- Parser consumer mengharapkan customer.name tidak boleh string kosong</a:t>
            </a:r>
          </a:p>
          <a:p>
            <a:r>
              <a:t>- Hasil: unmarshal error 'contract violation: customer.name is missing'</a:t>
            </a:r>
          </a:p>
          <a:p>
            <a:r>
              <a:t>[MUTASI 3: TIPE PRIMITIF MUTATION]</a:t>
            </a:r>
          </a:p>
          <a:p>
            <a:r>
              <a:t>- Backend mengirim total dalam bentuk string '150000' daripada integer 150000</a:t>
            </a:r>
          </a:p>
          <a:p>
            <a:r>
              <a:t>- Go json.Unmarshal gagal melakukan deserialisasi string ke int64</a:t>
            </a:r>
          </a:p>
          <a:p>
            <a:r>
              <a:t>- Kerusakan terjadi seketika di level deserializer sebelum domain logic dijalankan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CI/CD Deployment Gate: Can I Deploy?</a:t>
            </a:r>
          </a:p>
          <a:p/>
          <a:p>
            <a:r>
              <a:t>Mental Model: Verify consumer contracts at build time so broken payloads never reach the cluster.</a:t>
            </a:r>
          </a:p>
          <a:p/>
          <a:p>
            <a:r>
              <a:t>[PIPELINE CONSUMER]</a:t>
            </a:r>
          </a:p>
          <a:p>
            <a:r>
              <a:t>- Menjalankan unit test client dengan mock provider</a:t>
            </a:r>
          </a:p>
          <a:p>
            <a:r>
              <a:t>- Membangkitkan file kontrak JSON (MobileApp -&gt; OrderService)</a:t>
            </a:r>
          </a:p>
          <a:p>
            <a:r>
              <a:t>- Mempublikasikan kontrak ke artifact store atau git repo</a:t>
            </a:r>
          </a:p>
          <a:p>
            <a:r>
              <a:t>[PIPELINE PROVIDER]</a:t>
            </a:r>
          </a:p>
          <a:p>
            <a:r>
              <a:t>- Menjalankan server provider di lingkungan in-memory ephemeral</a:t>
            </a:r>
          </a:p>
          <a:p>
            <a:r>
              <a:t>- Menjalankan CDC Verifier membaca kontrak consumer aktif</a:t>
            </a:r>
          </a:p>
          <a:p>
            <a:r>
              <a:t>- Gate check: Jika verification gagal -&gt; CI Provider FAIL -&gt; Deployment BLOCKED</a:t>
            </a:r>
          </a:p>
          <a:p>
            <a:r>
              <a:t>[KEUNTUNGAN DETERMINISTIK]</a:t>
            </a:r>
          </a:p>
          <a:p>
            <a:r>
              <a:t>- Tidak butuh staging environment yang selalu online 24/7</a:t>
            </a:r>
          </a:p>
          <a:p>
            <a:r>
              <a:t>- Eksekusi verifikasi selesai dalam milidetik (0.00s pada Lab 26)</a:t>
            </a:r>
          </a:p>
          <a:p>
            <a:r>
              <a:t>- Breaking change tertahan sebelum binary masuk ke container registry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Arsitektur Lab 26: Desain Sistem Tanpa Dependency Daemon</a:t>
            </a:r>
          </a:p>
          <a:p/>
          <a:p>
            <a:r>
              <a:t>Mental Model: Pure standard-library architecture isolates contract mechanics from tooling friction.</a:t>
            </a:r>
          </a:p>
          <a:p/>
          <a:p>
            <a:r>
              <a:t>[STRUKTUR MODUL]</a:t>
            </a:r>
          </a:p>
          <a:p>
            <a:r>
              <a:t>- internal/model: Definisi DTO OrderResponseV1, Breaking, V2</a:t>
            </a:r>
          </a:p>
          <a:p>
            <a:r>
              <a:t>- internal/consumer: MobileOrderClient &amp; GenerateMobileContract()</a:t>
            </a:r>
          </a:p>
          <a:p>
            <a:r>
              <a:t>- internal/provider: ProviderV1, ProviderBreaking, ProviderDual handlers</a:t>
            </a:r>
          </a:p>
          <a:p>
            <a:r>
              <a:t>- internal/contract: Verifier engine dengan recursive schema diffing</a:t>
            </a:r>
          </a:p>
          <a:p>
            <a:r>
              <a:t>[ALASAN DESAIN PURE GO]</a:t>
            </a:r>
          </a:p>
          <a:p>
            <a:r>
              <a:t>- Menghilangkan dependensi cgo, daemon broker eksternal, atau CLI binary berat</a:t>
            </a:r>
          </a:p>
          <a:p>
            <a:r>
              <a:t>- Dapat dijalankan instan via go test -v ./... dan go run ./cmd/demo</a:t>
            </a:r>
          </a:p>
          <a:p>
            <a:r>
              <a:t>- Membuktikan semantik CDC secara murni, transparan, dan mudah dipahami</a:t>
            </a:r>
          </a:p>
          <a:p>
            <a:r>
              <a:t>[KEAMANAN KONKURENSI]</a:t>
            </a:r>
          </a:p>
          <a:p>
            <a:r>
              <a:t>- Verifier stateless menggunakan http.Client Go thread-safe</a:t>
            </a:r>
          </a:p>
          <a:p>
            <a:r>
              <a:t>- Uji konkurensi 20 goroutine paralel lolos uji race detector tanpa data race</a:t>
            </a:r>
          </a:p>
          <a:p>
            <a:r>
              <a:t>- Dapat diverifikasi ulang dengan perintah go test -race ./...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Consumer Code: Mendefinisikan Kontrak Minimal</a:t>
            </a:r>
          </a:p>
          <a:p/>
          <a:p>
            <a:r>
              <a:t>Mental Model: Express only what the client consumes; ignore all ancillary provider attributes.</a:t>
            </a:r>
          </a:p>
          <a:p/>
          <a:p>
            <a:r>
              <a:t>[KODE PEMBUAT KONTRAK]</a:t>
            </a:r>
          </a:p>
          <a:p>
            <a:r>
              <a:t>- func GenerateMobileContract() *contract.Contract {</a:t>
            </a:r>
          </a:p>
          <a:p>
            <a:r>
              <a:t>-     return &amp;contract.Contract{</a:t>
            </a:r>
          </a:p>
          <a:p>
            <a:r>
              <a:t>-         Consumer: 'MobileApp', Provider: 'OrderService',</a:t>
            </a:r>
          </a:p>
          <a:p>
            <a:r>
              <a:t>-         Interactions: []contract.Interaction{{</a:t>
            </a:r>
          </a:p>
          <a:p>
            <a:r>
              <a:t>-             Request: contract.RequestDefinition{Method: 'GET', Path: '/v1/orders/ORD-123'},</a:t>
            </a:r>
          </a:p>
          <a:p>
            <a:r>
              <a:t>-             Response: contract.ResponseDefinition{Status: 200, ...},</a:t>
            </a:r>
          </a:p>
          <a:p>
            <a:r>
              <a:t>-         }},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[PAYLOAD MINIMAL]</a:t>
            </a:r>
          </a:p>
          <a:p>
            <a:r>
              <a:t>- id: 'ORD-123'</a:t>
            </a:r>
          </a:p>
          <a:p>
            <a:r>
              <a:t>- status: 'IN_PROGRESS'</a:t>
            </a:r>
          </a:p>
          <a:p>
            <a:r>
              <a:t>- customer: { name: 'Budi Santoso' }</a:t>
            </a:r>
          </a:p>
          <a:p>
            <a:r>
              <a:t>- total: json.Number('150000')</a:t>
            </a:r>
          </a:p>
          <a:p>
            <a:r>
              <a:t>[SUBSET FIELD]</a:t>
            </a:r>
          </a:p>
          <a:p>
            <a:r>
              <a:t>- Consumer mengabaikan field provider seperti 'notes' atau 'customer.id'</a:t>
            </a:r>
          </a:p>
          <a:p>
            <a:r>
              <a:t>- Menggunakan json.Number untuk membedakan integer vs string secara eksak</a:t>
            </a:r>
          </a:p>
          <a:p>
            <a:r>
              <a:t>- Mendokumentasikan provider state agar provider dapat menyiapkan data uji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Mobile Client: Parsing Ketat Terhadap Pelanggaran Kontrak</a:t>
            </a:r>
          </a:p>
          <a:p/>
          <a:p>
            <a:r>
              <a:t>Mental Model: Strict client validation protects app runtime; CDC guarantees the provider respects those rules.</a:t>
            </a:r>
          </a:p>
          <a:p/>
          <a:p>
            <a:r>
              <a:t>[UNMARSHAL &amp; ASSERTION]</a:t>
            </a:r>
          </a:p>
          <a:p>
            <a:r>
              <a:t>- if err := json.Unmarshal(body, &amp;raw); err != nil {</a:t>
            </a:r>
          </a:p>
          <a:p>
            <a:r>
              <a:t>-     return nil, fmt.Errorf('failed to parse contract schema: %w', err)</a:t>
            </a:r>
          </a:p>
          <a:p>
            <a:r>
              <a:t>- }</a:t>
            </a:r>
          </a:p>
          <a:p>
            <a:r>
              <a:t>- if raw.Customer.Name == '' {</a:t>
            </a:r>
          </a:p>
          <a:p>
            <a:r>
              <a:t>-     return nil, fmt.Errorf('contract violation: customer.name is missing')</a:t>
            </a:r>
          </a:p>
          <a:p>
            <a:r>
              <a:t>- }</a:t>
            </a:r>
          </a:p>
          <a:p>
            <a:r>
              <a:t>- if raw.Status != 'IN_PROGRESS' &amp;&amp; raw.Status != 'COMPLETED' {</a:t>
            </a:r>
          </a:p>
          <a:p>
            <a:r>
              <a:t>-     return nil, fmt.Errorf('contract violation: unknown status %q', raw.Status)</a:t>
            </a:r>
          </a:p>
          <a:p>
            <a:r>
              <a:t>- }</a:t>
            </a:r>
          </a:p>
          <a:p>
            <a:r>
              <a:t>[PERILAKU SAAT BREACH]</a:t>
            </a:r>
          </a:p>
          <a:p>
            <a:r>
              <a:t>- Jika customer.name hilang, client langsung mengembalikan error spesifik</a:t>
            </a:r>
          </a:p>
          <a:p>
            <a:r>
              <a:t>- Jika status berhuruf kecil 'in_progress', client menolak memproses pesanan</a:t>
            </a:r>
          </a:p>
          <a:p>
            <a:r>
              <a:t>- Mencegah nilai null merembet ke lapisan UI/domain mobile app</a:t>
            </a:r>
          </a:p>
          <a:p>
            <a:r>
              <a:t>[KEPERLUAN KONTRAK]</a:t>
            </a:r>
          </a:p>
          <a:p>
            <a:r>
              <a:t>- Aturan validasi inilah yang wajib tercermin pada kontrak CDC</a:t>
            </a:r>
          </a:p>
          <a:p>
            <a:r>
              <a:t>- CDC menjamin provider tidak merilis response yang melanggar aturan ini</a:t>
            </a:r>
          </a:p>
          <a:p>
            <a:r>
              <a:t>- Saling melengkapi: client strict, CDC memvalidasi provider sebelum deploy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CDC Verifier: Eksekusi Request &amp; Validasi Status Code</a:t>
            </a:r>
          </a:p>
          <a:p/>
          <a:p>
            <a:r>
              <a:t>Mental Model: Run the interaction against a live ephemeral provider instance and assert HTTP semantics.</a:t>
            </a:r>
          </a:p>
          <a:p/>
          <a:p>
            <a:r>
              <a:t>[ALUR VERIFIKASI]</a:t>
            </a:r>
          </a:p>
          <a:p>
            <a:r>
              <a:t>- targetURL := strings.TrimRight(baseURL, '/') + interaction.Request.Path</a:t>
            </a:r>
          </a:p>
          <a:p>
            <a:r>
              <a:t>- req, err := http.NewRequest(interaction.Request.Method, targetURL, nil)</a:t>
            </a:r>
          </a:p>
          <a:p>
            <a:r>
              <a:t>- resp, err := v.Client.Do(req)</a:t>
            </a:r>
          </a:p>
          <a:p>
            <a:r>
              <a:t>- if resp.StatusCode != interaction.Response.Status {</a:t>
            </a:r>
          </a:p>
          <a:p>
            <a:r>
              <a:t>-     result.Passed = false</a:t>
            </a:r>
          </a:p>
          <a:p>
            <a:r>
              <a:t>-     result.Errors = append(result.Errors, fmt.Sprintf('status code mismatch...'))</a:t>
            </a:r>
          </a:p>
          <a:p>
            <a:r>
              <a:t>- }</a:t>
            </a:r>
          </a:p>
          <a:p>
            <a:r>
              <a:t>[VALIDASI HEADER]</a:t>
            </a:r>
          </a:p>
          <a:p>
            <a:r>
              <a:t>- Verifier memeriksa header Content-Type secara case-insensitive</a:t>
            </a:r>
          </a:p>
          <a:p>
            <a:r>
              <a:t>- Mencegah response text/html atau raw string saat consumer meminta JSON</a:t>
            </a:r>
          </a:p>
          <a:p>
            <a:r>
              <a:t>- Memastikan response HTTP valid sebelum masuk ke deserialisasi JSON</a:t>
            </a:r>
          </a:p>
          <a:p>
            <a:r>
              <a:t>[DETERMINISTIK &amp; CEPAT]</a:t>
            </a:r>
          </a:p>
          <a:p>
            <a:r>
              <a:t>- Menggunakan ephemeral httptest.Server di dalam proses testing</a:t>
            </a:r>
          </a:p>
          <a:p>
            <a:r>
              <a:t>- Tanpa roundtrip jaringan luar — selesai dalam 0.00 detik</a:t>
            </a:r>
          </a:p>
          <a:p>
            <a:r>
              <a:t>- Ideal untuk dimasukkan ke dalam setiap pull request dan pre-commit check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Algoritma Diffing: Validasi Recursive Subset Schema</a:t>
            </a:r>
          </a:p>
          <a:p/>
          <a:p>
            <a:r>
              <a:t>Mental Model: Validate subset presence and exact types; tolerate unrequested provider fields.</a:t>
            </a:r>
          </a:p>
          <a:p/>
          <a:p>
            <a:r>
              <a:t>[LOGIKA DIFFING OBJEK]</a:t>
            </a:r>
          </a:p>
          <a:p>
            <a:r>
              <a:t>- func diffValues(path string, expected, actual interface{}) []string {</a:t>
            </a:r>
          </a:p>
          <a:p>
            <a:r>
              <a:t>-     for key, expVal := range expMap {</a:t>
            </a:r>
          </a:p>
          <a:p>
            <a:r>
              <a:t>-         actVal, exists := actMap[key]</a:t>
            </a:r>
          </a:p>
          <a:p>
            <a:r>
              <a:t>-         if !exists { diffs = append(diffs, 'missing expected field') }</a:t>
            </a:r>
          </a:p>
          <a:p>
            <a:r>
              <a:t>-         diffs = append(diffs, diffValues(childPath, expVal, actVal)...)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[PENGECEKAN TIPE PRIMITIF]</a:t>
            </a:r>
          </a:p>
          <a:p>
            <a:r>
              <a:t>- Membedakan json.Number (angka) dari string JSON secara presisi</a:t>
            </a:r>
          </a:p>
          <a:p>
            <a:r>
              <a:t>- Memverifikasi kecocokan tipe via reflect.TypeOf()</a:t>
            </a:r>
          </a:p>
          <a:p>
            <a:r>
              <a:t>- Mendeteksi perubahan nilai enum seperti 'IN_PROGRESS' vs 'in_progress'</a:t>
            </a:r>
          </a:p>
          <a:p>
            <a:r>
              <a:t>[TOLERANSI OVER-PROVISIONING]</a:t>
            </a:r>
          </a:p>
          <a:p>
            <a:r>
              <a:t>- Provider memiliki field 'notes' dan 'customer.id' yang tidak ada di kontrak</a:t>
            </a:r>
          </a:p>
          <a:p>
            <a:r>
              <a:t>- diffValues mengabaikan field ekstra tersebut tanpa menghasilkan error</a:t>
            </a:r>
          </a:p>
          <a:p>
            <a:r>
              <a:t>- Memungkinkan provider menambahkan fitur baru tanpa merusak consumer lama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Verifikasi Provider V1: Memenuhi Seluruh Kontrak</a:t>
            </a:r>
          </a:p>
          <a:p/>
          <a:p>
            <a:r>
              <a:t>Mental Model: When expected subset matches completely, deployment gate turns green.</a:t>
            </a:r>
          </a:p>
          <a:p/>
          <a:p>
            <a:r>
              <a:t>[RESPON PROVIDER V1]</a:t>
            </a:r>
          </a:p>
          <a:p>
            <a:r>
              <a:t>- ID: 'ORD-123'</a:t>
            </a:r>
          </a:p>
          <a:p>
            <a:r>
              <a:t>- Status: 'IN_PROGRESS' (uppercase string)</a:t>
            </a:r>
          </a:p>
          <a:p>
            <a:r>
              <a:t>- Customer: { ID: 'cust-100', Name: 'Budi Santoso' }</a:t>
            </a:r>
          </a:p>
          <a:p>
            <a:r>
              <a:t>- Total: 150000 (int64)</a:t>
            </a:r>
          </a:p>
          <a:p>
            <a:r>
              <a:t>- Notes: 'Internal note not used by mobile app'</a:t>
            </a:r>
          </a:p>
          <a:p>
            <a:r>
              <a:t>[HASIL VERIFIKASI]</a:t>
            </a:r>
          </a:p>
          <a:p>
            <a:r>
              <a:t>- Status Code: 200 OK — MATCH</a:t>
            </a:r>
          </a:p>
          <a:p>
            <a:r>
              <a:t>- Header Content-Type: application/json — MATCH</a:t>
            </a:r>
          </a:p>
          <a:p>
            <a:r>
              <a:t>- Payload schema: 4/4 field consumer ditemukan dengan tipe data yang tepat</a:t>
            </a:r>
          </a:p>
          <a:p>
            <a:r>
              <a:t>- Field 'notes' dan 'customer.id' diabaikan secara aman</a:t>
            </a:r>
          </a:p>
          <a:p>
            <a:r>
              <a:t>[STATUS CI GATE]</a:t>
            </a:r>
          </a:p>
          <a:p>
            <a:r>
              <a:t>- Verification result: Passed = true, Errors = 0</a:t>
            </a:r>
          </a:p>
          <a:p>
            <a:r>
              <a:t>- CI Deployment Gate: ALLOWED — Siap dideploy ke cluster produksi</a:t>
            </a:r>
          </a:p>
          <a:p>
            <a:r>
              <a:t>- Eksekusi test TestProviderV1_ContractVerification_Success: PASS (0.00s)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Breaking Provider: Terdeteksi &amp; Diblokir di CI Gate</a:t>
            </a:r>
          </a:p>
          <a:p/>
          <a:p>
            <a:r>
              <a:t>Mental Model: Contract test failures pinpoint exact field diffs before bad code reaches production.</a:t>
            </a:r>
          </a:p>
          <a:p/>
          <a:p>
            <a:r>
              <a:t>[OUTPUT VERIFIKASI GAGAL]</a:t>
            </a:r>
          </a:p>
          <a:p>
            <a:r>
              <a:t>- [Stage 3] Running Breaking Provider Contract Verification:</a:t>
            </a:r>
          </a:p>
          <a:p>
            <a:r>
              <a:t>- Result: BLOCKED! Breaking changes detected before deployment:</a:t>
            </a:r>
          </a:p>
          <a:p>
            <a:r>
              <a:t>-   1. path 'total': type mismatch (expected 150000 [json.Number], got 150000 [string])</a:t>
            </a:r>
          </a:p>
          <a:p>
            <a:r>
              <a:t>-   2. path 'status': value mismatch (expected 'IN_PROGRESS', got 'in_progress')</a:t>
            </a:r>
          </a:p>
          <a:p>
            <a:r>
              <a:t>-   3. missing expected field 'customer.name'</a:t>
            </a:r>
          </a:p>
          <a:p>
            <a:r>
              <a:t>- CI Deployment Gate: PREVENTED PRODUCTION OUTAGE.</a:t>
            </a:r>
          </a:p>
          <a:p>
            <a:r>
              <a:t>[PENYEBAB KERUSAKAN]</a:t>
            </a:r>
          </a:p>
          <a:p>
            <a:r>
              <a:t>- Total: tipe bermutasi dari integer ke string</a:t>
            </a:r>
          </a:p>
          <a:p>
            <a:r>
              <a:t>- Status: casing bermutasi dari UPPERCASE ke lowercase</a:t>
            </a:r>
          </a:p>
          <a:p>
            <a:r>
              <a:t>- Customer.name: nama field direname menjadi customer.full_name</a:t>
            </a:r>
          </a:p>
          <a:p>
            <a:r>
              <a:t>[DAMPAK PADA PIPELINE]</a:t>
            </a:r>
          </a:p>
          <a:p>
            <a:r>
              <a:t>- Exit code non-nol menghentikan build runner CI/CD</a:t>
            </a:r>
          </a:p>
          <a:p>
            <a:r>
              <a:t>- Engineer backend langsung melihat daftar field yang melanggar kontrak</a:t>
            </a:r>
          </a:p>
          <a:p>
            <a:r>
              <a:t>- Produksi tetap aman: tidak ada deployment versi cacat ke live server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Taksonomi Breaking Changes pada REST API</a:t>
            </a:r>
          </a:p>
          <a:p/>
          <a:p>
            <a:r>
              <a:t>Mental Model: Know what breaks: renames, type mutations, and enum alterations break clients; additions do not.</a:t>
            </a:r>
          </a:p>
          <a:p/>
          <a:p>
            <a:r>
              <a:t>[TABEL TAKSONOMI PERUBAHAN]</a:t>
            </a:r>
          </a:p>
          <a:p>
            <a:r>
              <a:t>- Tipe Mutasi        | Contoh Perubahan              | Dampak Consumer</a:t>
            </a:r>
          </a:p>
          <a:p>
            <a:r>
              <a:t>- -------------------|-------------------------------|------------------------</a:t>
            </a:r>
          </a:p>
          <a:p>
            <a:r>
              <a:t>- Field Rename       | name -&gt; full_name             | Field missing / null</a:t>
            </a:r>
          </a:p>
          <a:p>
            <a:r>
              <a:t>- Type Mutation      | int 150000 -&gt; string '150000' | Deserialization crash</a:t>
            </a:r>
          </a:p>
          <a:p>
            <a:r>
              <a:t>- Enum Value Change  | IN_PROGRESS -&gt; in_progress    | Validation/Logic error</a:t>
            </a:r>
          </a:p>
          <a:p>
            <a:r>
              <a:t>- Field Removal      | Menghapus field total         | Missing required field</a:t>
            </a:r>
          </a:p>
          <a:p>
            <a:r>
              <a:t>- HTTP Status Change | 200 OK -&gt; 202 Accepted        | Client error branch</a:t>
            </a:r>
          </a:p>
          <a:p>
            <a:r>
              <a:t>[PERUBAHAN YANG AMAN (NON-BREAKING)]</a:t>
            </a:r>
          </a:p>
          <a:p>
            <a:r>
              <a:t>- Menambahkan field baru di level root atau child (additive changes)</a:t>
            </a:r>
          </a:p>
          <a:p>
            <a:r>
              <a:t>- Menambahkan endpoint HTTP baru tanpa mengubah endpoint lama</a:t>
            </a:r>
          </a:p>
          <a:p>
            <a:r>
              <a:t>- Memperluas toleransi input request pada provider</a:t>
            </a:r>
          </a:p>
          <a:p>
            <a:r>
              <a:t>[PRINSIP HYRUM'S LAW]</a:t>
            </a:r>
          </a:p>
          <a:p>
            <a:r>
              <a:t>- Dengan jumlah consumer yang cukup, semua perilaku API yang dapat diamati akan menjadi dependensi</a:t>
            </a:r>
          </a:p>
          <a:p>
            <a:r>
              <a:t>- CDC mendokumentasikan observasi tersebut secara eksplisit dalam kode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Strategi Evolusi API: Dual DTO &amp; Parallel Routing</a:t>
            </a:r>
          </a:p>
          <a:p/>
          <a:p>
            <a:r>
              <a:t>Mental Model: Evolve via parallel endpoints: satisfy existing contracts on V1 while innovating on V2.</a:t>
            </a:r>
          </a:p>
          <a:p/>
          <a:p>
            <a:r>
              <a:t>[POLA DUAL ROUTING]</a:t>
            </a:r>
          </a:p>
          <a:p>
            <a:r>
              <a:t>- GET /v1/orders/{id} -&gt; Mengembalikan schema V1 (kontrak MobileApp tetap terpenuhi)</a:t>
            </a:r>
          </a:p>
          <a:p>
            <a:r>
              <a:t>- GET /v2/orders/{id} -&gt; Mengembalikan schema V2 (fitur baru: full_name, string total, currency)</a:t>
            </a:r>
          </a:p>
          <a:p>
            <a:r>
              <a:t>- Backend melayani kedua endpoint secara simultan dari domain model yang sama</a:t>
            </a:r>
          </a:p>
          <a:p>
            <a:r>
              <a:t>[KODE PROVIDER DUAL]</a:t>
            </a:r>
          </a:p>
          <a:p>
            <a:r>
              <a:t>- if strings.HasPrefix(r.URL.Path, '/v1/orders/') {</a:t>
            </a:r>
          </a:p>
          <a:p>
            <a:r>
              <a:t>-     respV1 := model.OrderResponseV1{ ... }</a:t>
            </a:r>
          </a:p>
          <a:p>
            <a:r>
              <a:t>-     json.NewEncoder(w).Encode(respV1)</a:t>
            </a:r>
          </a:p>
          <a:p>
            <a:r>
              <a:t>- }</a:t>
            </a:r>
          </a:p>
          <a:p>
            <a:r>
              <a:t>- if strings.HasPrefix(r.URL.Path, '/v2/orders/') {</a:t>
            </a:r>
          </a:p>
          <a:p>
            <a:r>
              <a:t>-     respV2 := model.OrderResponseV2{ ... }</a:t>
            </a:r>
          </a:p>
          <a:p>
            <a:r>
              <a:t>-     json.NewEncoder(w).Encode(respV2)</a:t>
            </a:r>
          </a:p>
          <a:p>
            <a:r>
              <a:t>- }</a:t>
            </a:r>
          </a:p>
          <a:p>
            <a:r>
              <a:t>[HASIL VERIFIKASI]</a:t>
            </a:r>
          </a:p>
          <a:p>
            <a:r>
              <a:t>- ProviderDual lolos verifikasi kontrak MobileApp V1 dengan 0 error</a:t>
            </a:r>
          </a:p>
          <a:p>
            <a:r>
              <a:t>- Mobile App dapat terus beroperasi tanpa migrasi tergesa-gesa</a:t>
            </a:r>
          </a:p>
          <a:p>
            <a:r>
              <a:t>- Web / client baru dapat langsung mengadopsi schema V2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Pola Expand-Contract: Migrasi Tanpa Downtime</a:t>
            </a:r>
          </a:p>
          <a:p/>
          <a:p>
            <a:r>
              <a:t>Mental Model: Expand new capabilities, migrate consumers independently, contract old paths safely.</a:t>
            </a:r>
          </a:p>
          <a:p/>
          <a:p>
            <a:r>
              <a:t>[FASE 1: EXPAND]</a:t>
            </a:r>
          </a:p>
          <a:p>
            <a:r>
              <a:t>- Provider menambahkan endpoint /v2 atau field baru</a:t>
            </a:r>
          </a:p>
          <a:p>
            <a:r>
              <a:t>- Menjaga endpoint /v1 tetap beroperasi melayani kontrak aktif</a:t>
            </a:r>
          </a:p>
          <a:p>
            <a:r>
              <a:t>- CI gate memverifikasi kontrak lama tetap 100% compliant</a:t>
            </a:r>
          </a:p>
          <a:p>
            <a:r>
              <a:t>[FASE 2: MIGRATE CONSUMERS]</a:t>
            </a:r>
          </a:p>
          <a:p>
            <a:r>
              <a:t>- Consumer secara bertahap memperbarui kodenya ke schema V2</a:t>
            </a:r>
          </a:p>
          <a:p>
            <a:r>
              <a:t>- Setiap consumer merilis kontrak baru (V2 interaction) ke broker/repo</a:t>
            </a:r>
          </a:p>
          <a:p>
            <a:r>
              <a:t>- Saat semua consumer telah migrasi, kontrak V1 menjadi tidak memiliki consumer</a:t>
            </a:r>
          </a:p>
          <a:p>
            <a:r>
              <a:t>[FASE 3: CONTRACT (DECOMMISSION)]</a:t>
            </a:r>
          </a:p>
          <a:p>
            <a:r>
              <a:t>- Provider mengecek broker: tidak ada consumer yang terikat pada kontrak V1</a:t>
            </a:r>
          </a:p>
          <a:p>
            <a:r>
              <a:t>- Endpoint /v1 dihapus secara aman tanpa risiko breaking change</a:t>
            </a:r>
          </a:p>
          <a:p>
            <a:r>
              <a:t>- Evolusi selesai tanpa pernah sekalipun memicu downtime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Hasil Eksekusi Test: Lolos Unit, Integration &amp; Race Detector</a:t>
            </a:r>
          </a:p>
          <a:p/>
          <a:p>
            <a:r>
              <a:t>Mental Model: Deterministic verification completes in milliseconds, clean under Go race detector.</a:t>
            </a:r>
          </a:p>
          <a:p/>
          <a:p>
            <a:r>
              <a:t>[RINGKASAN GO TEST]</a:t>
            </a:r>
          </a:p>
          <a:p>
            <a:r>
              <a:t>- === RUN   TestConsumerContractGeneration -&gt; PASS (0.00s)</a:t>
            </a:r>
          </a:p>
          <a:p>
            <a:r>
              <a:t>- === RUN   TestProviderV1_ContractVerification_Success -&gt; PASS (0.00s)</a:t>
            </a:r>
          </a:p>
          <a:p>
            <a:r>
              <a:t>- === RUN   TestProviderBreaking_ContractVerification_Fails -&gt; PASS (0.00s)</a:t>
            </a:r>
          </a:p>
          <a:p>
            <a:r>
              <a:t>- === RUN   TestProviderDual_ContractVerification_Success -&gt; PASS (0.00s)</a:t>
            </a:r>
          </a:p>
          <a:p>
            <a:r>
              <a:t>- === RUN   TestConcurrentContractVerification -&gt; PASS (0.01s)</a:t>
            </a:r>
          </a:p>
          <a:p>
            <a:r>
              <a:t>- === RUN   TestVerifier_HeaderValidation_And_ErrorBranches -&gt; PASS (0.00s)</a:t>
            </a:r>
          </a:p>
          <a:p>
            <a:r>
              <a:t>- === RUN   TestProviderDual_V2Endpoint_DirectAssertion -&gt; PASS (0.00s)</a:t>
            </a:r>
          </a:p>
          <a:p>
            <a:r>
              <a:t>- PASS: ok labs/26-contract-testing/tests 0.390s</a:t>
            </a:r>
          </a:p>
          <a:p>
            <a:r>
              <a:t>[VERIFIKASI RACE DETECTOR]</a:t>
            </a:r>
          </a:p>
          <a:p>
            <a:r>
              <a:t>- Perintah: go test -race ./...</a:t>
            </a:r>
          </a:p>
          <a:p>
            <a:r>
              <a:t>- Hasil: ok labs/26-contract-testing/tests 1.425s</a:t>
            </a:r>
          </a:p>
          <a:p>
            <a:r>
              <a:t>- 20 goroutine paralel memverifikasi kontrak tanpa konflik data</a:t>
            </a:r>
          </a:p>
          <a:p>
            <a:r>
              <a:t>[BUKTI KUANTITATIF]</a:t>
            </a:r>
          </a:p>
          <a:p>
            <a:r>
              <a:t>- 7 test scenario mencakup branch sukses, gagal, header, dan concurrent</a:t>
            </a:r>
          </a:p>
          <a:p>
            <a:r>
              <a:t>- TestProviderBreaking membuktikan minimal 3 error ditangkap secara eksak</a:t>
            </a:r>
          </a:p>
          <a:p>
            <a:r>
              <a:t>- Determinisme penuh: tidak ada sleep timer atau flakiness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Perbandingan Metode Pengujian Integrasi</a:t>
            </a:r>
          </a:p>
          <a:p/>
          <a:p>
            <a:r>
              <a:t>Mental Model: Contract tests deliver integration-level confidence at unit-test speed and stability.</a:t>
            </a:r>
          </a:p>
          <a:p/>
          <a:p>
            <a:r>
              <a:t>[TABEL PERBANDINGAN METODE]</a:t>
            </a:r>
          </a:p>
          <a:p>
            <a:r>
              <a:t>- Karakteristik      | Unit Test (Mock) | End-to-End Test | Contract Test (CDC)</a:t>
            </a:r>
          </a:p>
          <a:p>
            <a:r>
              <a:t>- -------------------|------------------|-----------------|---------------------</a:t>
            </a:r>
          </a:p>
          <a:p>
            <a:r>
              <a:t>- Kecepatan Eksekusi | Sangat Cepat (&lt;1s)| Sangat Lambat(mnt)| Sangat Cepat (ms)</a:t>
            </a:r>
          </a:p>
          <a:p>
            <a:r>
              <a:t>- Kestabilan (Flaky) | Nol (Stabil)     | Tinggi (Flaky)  | Nol (Stabil)</a:t>
            </a:r>
          </a:p>
          <a:p>
            <a:r>
              <a:t>- Cakupan Integrasi  | Tidak Ada (Palsu)| Penuh           | Format &amp; Semantik</a:t>
            </a:r>
          </a:p>
          <a:p>
            <a:r>
              <a:t>- Kebutuhan Lingk.   | In-Process       | Multi-Server/DB | In-Process Ephemeral</a:t>
            </a:r>
          </a:p>
          <a:p>
            <a:r>
              <a:t>- Deteksi Breaking   | Gagal            | Terlambat       | Tepat Waktu (CI Gate)</a:t>
            </a:r>
          </a:p>
          <a:p>
            <a:r>
              <a:t>- Biaya Pemeliharaan | Rendah           | Sangat Tinggi   | Rendah</a:t>
            </a:r>
          </a:p>
          <a:p>
            <a:r>
              <a:t>[ANALISIS NILAI]</a:t>
            </a:r>
          </a:p>
          <a:p>
            <a:r>
              <a:t>- CDC mengisi gap kritis antara unit test yang terisolasi dan E2E test yang lambat</a:t>
            </a:r>
          </a:p>
          <a:p>
            <a:r>
              <a:t>- Memberikan keyakinan integrasi setara E2E dengan biaya eksekusi setara unit test</a:t>
            </a:r>
          </a:p>
          <a:p>
            <a:r>
              <a:t>- Paling efektif diterapkan pada arsitektur microservices terdistribusi</a:t>
            </a:r>
          </a:p>
          <a:p>
            <a:r>
              <a:t>[POSISI PADA PIRAMIDA TEST]</a:t>
            </a:r>
          </a:p>
          <a:p>
            <a:r>
              <a:t>- Contract tests berada di tengah piramida: di atas unit tests, di bawah E2E</a:t>
            </a:r>
          </a:p>
          <a:p>
            <a:r>
              <a:t>- Mengurangi kebutuhan suite E2E hingga lebih dari 70%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Standar Industri: Ekosistem Pact &amp; Pact Broker</a:t>
            </a:r>
          </a:p>
          <a:p/>
          <a:p>
            <a:r>
              <a:t>Mental Model: Master the CDC mechanics in pure code before scaling to enterprise Pact Broker workflows.</a:t>
            </a:r>
          </a:p>
          <a:p/>
          <a:p>
            <a:r>
              <a:t>[KOMPONEN PACT FRAMEWORK]</a:t>
            </a:r>
          </a:p>
          <a:p>
            <a:r>
              <a:t>- Pact Specification: Standar formal JSON untuk mendefinisikan interaksi HTTP dan message</a:t>
            </a:r>
          </a:p>
          <a:p>
            <a:r>
              <a:t>- Pact Language SDKs: pact-go, pact-js, pact-jvm, pact-python</a:t>
            </a:r>
          </a:p>
          <a:p>
            <a:r>
              <a:t>- Pact Broker: Server sentral yang menyimpan dan memvalidasi matriks versi kontrak</a:t>
            </a:r>
          </a:p>
          <a:p>
            <a:r>
              <a:t>[FITUR CAN-I-DEPLOY]</a:t>
            </a:r>
          </a:p>
          <a:p>
            <a:r>
              <a:t>- CLI command: pact-broker can-i-deploy --pacticipant OrderService --version git-sha</a:t>
            </a:r>
          </a:p>
          <a:p>
            <a:r>
              <a:t>- Memverifikasi apakah versi provider kompatibel dengan semua consumer di environment target</a:t>
            </a:r>
          </a:p>
          <a:p>
            <a:r>
              <a:t>- Menjadi penentu exit-code pada pipeline CD sebelum rilis ke Kubernetes/Cloud</a:t>
            </a:r>
          </a:p>
          <a:p>
            <a:r>
              <a:t>[HUBUNGAN KE LAB 26]</a:t>
            </a:r>
          </a:p>
          <a:p>
            <a:r>
              <a:t>- Lab 26 mengimplementasikan esensi verifikasi Pact murni dalam Go standard library</a:t>
            </a:r>
          </a:p>
          <a:p>
            <a:r>
              <a:t>- Pola diffing, provider states, dan CI gate yang dipelajari di sini 100% kompatibel secara konseptual</a:t>
            </a:r>
          </a:p>
          <a:p>
            <a:r>
              <a:t>- Memahami prinsip inti terlebih dahulu sebelum mengadopsi tooling enterprise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Trade-off &amp; Biaya Penerapan Contract Testing</a:t>
            </a:r>
          </a:p>
          <a:p/>
          <a:p>
            <a:r>
              <a:t>Mental Model: Contract tests guard boundary semantics; business logic and performance still need their own tests.</a:t>
            </a:r>
          </a:p>
          <a:p/>
          <a:p>
            <a:r>
              <a:t>[BIAYA &amp; TANTANGAN]</a:t>
            </a:r>
          </a:p>
          <a:p>
            <a:r>
              <a:t>- Disiplin Organisasi: Membutuhkan kolaborasi erat antara tim consumer dan tim provider</a:t>
            </a:r>
          </a:p>
          <a:p>
            <a:r>
              <a:t>- Manajemen Provider State: Menyiapkan data fixture agar provider merespons sesuai kontrak</a:t>
            </a:r>
          </a:p>
          <a:p>
            <a:r>
              <a:t>- State Setup Overhead: Endpoint mock/helper untuk seeding database sebelum verifikasi</a:t>
            </a:r>
          </a:p>
          <a:p>
            <a:r>
              <a:t>[APA YANG TIDAK DIUJI CDC]</a:t>
            </a:r>
          </a:p>
          <a:p>
            <a:r>
              <a:t>- Performance &amp; Latency: Tidak mengukur throughput, p99 latency, atau beban DB</a:t>
            </a:r>
          </a:p>
          <a:p>
            <a:r>
              <a:t>- Deep Business Logic: Tidak memverifikasi kalkulasi internal akuntansi yang kompleks</a:t>
            </a:r>
          </a:p>
          <a:p>
            <a:r>
              <a:t>- Security &amp; Authorization: Tidak menggantikan vulnerability scanner atau penetration test</a:t>
            </a:r>
          </a:p>
          <a:p>
            <a:r>
              <a:t>[STRATEGI MITIGASI]</a:t>
            </a:r>
          </a:p>
          <a:p>
            <a:r>
              <a:t>- Fokuskan CDC pada batas kontrak DTO dan semantik interaksi API</a:t>
            </a:r>
          </a:p>
          <a:p>
            <a:r>
              <a:t>- Gabungkan dengan load testing (Lab 15) dan unit testing domain logic</a:t>
            </a:r>
          </a:p>
          <a:p>
            <a:r>
              <a:t>- Otomatiskan regenerasi kontrak saat consumer test dijalankan di local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Batasan Implementasi Lab 26</a:t>
            </a:r>
          </a:p>
          <a:p/>
          <a:p>
            <a:r>
              <a:t>Mental Model: Understand the deliberate simplifications: pure Go eliminates setup toil while proving the core model.</a:t>
            </a:r>
          </a:p>
          <a:p/>
          <a:p>
            <a:r>
              <a:t>[BATASAN 1: PURE GO RUNNER]</a:t>
            </a:r>
          </a:p>
          <a:p>
            <a:r>
              <a:t>- Menggunakan verifier kustom berbasis Go net/http, bukan binary resmi Pact</a:t>
            </a:r>
          </a:p>
          <a:p>
            <a:r>
              <a:t>- Menghilangkan ketergantungan runtime ruby daemon untuk kemudahan eksekusi lokal</a:t>
            </a:r>
          </a:p>
          <a:p>
            <a:r>
              <a:t>- Algoritma diffing mencakup subset JSON, primitive types, dan exact string/number</a:t>
            </a:r>
          </a:p>
          <a:p>
            <a:r>
              <a:t>[BATASAN 2: IN-MEMORY BROKER]</a:t>
            </a:r>
          </a:p>
          <a:p>
            <a:r>
              <a:t>- Kontrak dioper secara in-memory/in-process tanpa server Pact Broker eksternal</a:t>
            </a:r>
          </a:p>
          <a:p>
            <a:r>
              <a:t>- Pada produksi enterprise, kontrak disimpan di Pactflow atau dedicated server</a:t>
            </a:r>
          </a:p>
          <a:p>
            <a:r>
              <a:t>- Pola data flow tetap identik: consumer produce -&gt; provider verify</a:t>
            </a:r>
          </a:p>
          <a:p>
            <a:r>
              <a:t>[BATASAN 3: PROVIDER STATE SEDERHANA]</a:t>
            </a:r>
          </a:p>
          <a:p>
            <a:r>
              <a:t>- Provider state disimulasikan melalui deterministic endpoint routing (/v1/orders/ORD-123)</a:t>
            </a:r>
          </a:p>
          <a:p>
            <a:r>
              <a:t>- Tidak mengimplementasikan state setup callback endpoint dinamis</a:t>
            </a:r>
          </a:p>
          <a:p>
            <a:r>
              <a:t>- Cukup untuk membuktikan deteksi kegagalan pada 3 jenis breaking changes utama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Panduan Keputusan: Kapan Menggunakan CDC?</a:t>
            </a:r>
          </a:p>
          <a:p/>
          <a:p>
            <a:r>
              <a:t>Mental Model: Adopt CDC when cross-team microservice deployments slow down due to integration fear.</a:t>
            </a:r>
          </a:p>
          <a:p/>
          <a:p>
            <a:r>
              <a:t>[SANGAT DISARANKAN KETIKA]</a:t>
            </a:r>
          </a:p>
          <a:p>
            <a:r>
              <a:t>- Banyak tim microservices independen yang merilis software dengan siklus berbeda</a:t>
            </a:r>
          </a:p>
          <a:p>
            <a:r>
              <a:t>- Aplikasi Mobile / Frontend SPA yang terikat pada backend API pihak ketiga</a:t>
            </a:r>
          </a:p>
          <a:p>
            <a:r>
              <a:t>- Lingkungan staging lambat, tidak stabil, atau memakan biaya cloud sangat mahal</a:t>
            </a:r>
          </a:p>
          <a:p>
            <a:r>
              <a:t>- Regresi API sering terjadi karena perubahan schema yang tidak sengaja</a:t>
            </a:r>
          </a:p>
          <a:p>
            <a:r>
              <a:t>[KURANG COCOK KETIKA]</a:t>
            </a:r>
          </a:p>
          <a:p>
            <a:r>
              <a:t>- Monolith tunggal: seluruh pemanggilan adalah function call internal in-process</a:t>
            </a:r>
          </a:p>
          <a:p>
            <a:r>
              <a:t>- API publik eksternal dengan ribuan konsumen tidak dikenal (gunakan schema validation/OpenAPI)</a:t>
            </a:r>
          </a:p>
          <a:p>
            <a:r>
              <a:t>- Tim sangat kecil (1-2 orang) di mana komunikasi verbal jauh lebih murah daripada tooling</a:t>
            </a:r>
          </a:p>
          <a:p>
            <a:r>
              <a:t>[MATRIKS EFISIENSI]</a:t>
            </a:r>
          </a:p>
          <a:p>
            <a:r>
              <a:t>- Semakin tinggi jumlah dependensi antar-layanan, semakin besar ROI dari contract testing</a:t>
            </a:r>
          </a:p>
          <a:p>
            <a:r>
              <a:t>- Memangkas waktu koordinasi rilis antar-tim dari harian menjadi otomatis di CI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Checklist Adopsi CDC di Pipeline Produksi</a:t>
            </a:r>
          </a:p>
          <a:p/>
          <a:p>
            <a:r>
              <a:t>Mental Model: Eight concrete steps turn integration anxiety into automated CI/CD confidence.</a:t>
            </a:r>
          </a:p>
          <a:p/>
          <a:p>
            <a:r>
              <a:t>[CHECKLIST PERSIAPAN &amp; CONSUMER]</a:t>
            </a:r>
          </a:p>
          <a:p>
            <a:r>
              <a:t>- [ ] Identifikasi batasan service dan consumer yang paling kritis (misal Mobile App)</a:t>
            </a:r>
          </a:p>
          <a:p>
            <a:r>
              <a:t>- [ ] Buat consumer test yang menghasilkan file kontrak interaksi minimal</a:t>
            </a:r>
          </a:p>
          <a:p>
            <a:r>
              <a:t>- [ ] Setup publish kontrak ke Pact Broker atau repository terpusat pada pipeline consumer</a:t>
            </a:r>
          </a:p>
          <a:p>
            <a:r>
              <a:t>[CHECKLIST PROVIDER &amp; GATE]</a:t>
            </a:r>
          </a:p>
          <a:p>
            <a:r>
              <a:t>- [ ] Implementasikan provider verification step di CI provider sebelum build container</a:t>
            </a:r>
          </a:p>
          <a:p>
            <a:r>
              <a:t>- [ ] Tambahkan automated provider state handler untuk menyiapkan mock DB</a:t>
            </a:r>
          </a:p>
          <a:p>
            <a:r>
              <a:t>- [ ] Pasang can-i-deploy gate untuk memblokir merge PR yang melanggar kontrak</a:t>
            </a:r>
          </a:p>
          <a:p>
            <a:r>
              <a:t>[CHECKLIST EVOLUSI]</a:t>
            </a:r>
          </a:p>
          <a:p>
            <a:r>
              <a:t>- [ ] Terapkan pola Expand-Contract saat memutasi schema DTO</a:t>
            </a:r>
          </a:p>
          <a:p>
            <a:r>
              <a:t>- [ ] Pantau utilisasi kontrak lama sebelum mematikan endpoint deprecated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Tiga Prinsip Inti Contract Testing</a:t>
            </a:r>
          </a:p>
          <a:p/>
          <a:p>
            <a:r>
              <a:t>Mental Model: Minimal subsets preserve provider agility; build-time gates eliminate runtime integration dread.</a:t>
            </a:r>
          </a:p>
          <a:p/>
          <a:p>
            <a:r>
              <a:t>[PRINSIP 1: MINIMAL SUBSET]</a:t>
            </a:r>
          </a:p>
          <a:p>
            <a:r>
              <a:t>- Konsumen hanya meminta apa yang benar-benar digunakan</a:t>
            </a:r>
          </a:p>
          <a:p>
            <a:r>
              <a:t>- Mencegah pengikatan yang terlalu ketat (tight coupling) pada atribut yang tidak relevan</a:t>
            </a:r>
          </a:p>
          <a:p>
            <a:r>
              <a:t>- Memberi ruang bagi provider untuk berevolusi secara independen</a:t>
            </a:r>
          </a:p>
          <a:p>
            <a:r>
              <a:t>[PRINSIP 2: VERIFIKASI PADA BUILD TIME]</a:t>
            </a:r>
          </a:p>
          <a:p>
            <a:r>
              <a:t>- Validasi terjadi sebelum artifact masuk ke container image</a:t>
            </a:r>
          </a:p>
          <a:p>
            <a:r>
              <a:t>- Menghilangkan ketergantungan pada runtime staging environment yang rapuh</a:t>
            </a:r>
          </a:p>
          <a:p>
            <a:r>
              <a:t>- Feedback loop instan bagi engineer saat masih berada di konteks kode</a:t>
            </a:r>
          </a:p>
          <a:p>
            <a:r>
              <a:t>[PRINSIP 3: EVOLUSI ADITIF]</a:t>
            </a:r>
          </a:p>
          <a:p>
            <a:r>
              <a:t>- Perubahan selalu bersifat aditif melalui dual routing atau new optional fields</a:t>
            </a:r>
          </a:p>
          <a:p>
            <a:r>
              <a:t>- Jangan pernah mengubah tipe atau merename field yang terikat kontrak aktif</a:t>
            </a:r>
          </a:p>
          <a:p>
            <a:r>
              <a:t>- Migrasi konsumen secara asinkron sebelum mematikan jalur lama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Ringkasan Lab 26: Contract Testing</a:t>
            </a:r>
          </a:p>
          <a:p/>
          <a:p>
            <a:r>
              <a:t>Mental Model: Contract tests turn consumer assumptions into executable provider guardrails at build time.</a:t>
            </a:r>
          </a:p>
          <a:p/>
          <a:p>
            <a:r>
              <a:t>[HASIL EKSEKUSI UTAMA]</a:t>
            </a:r>
          </a:p>
          <a:p>
            <a:r>
              <a:t>- Provider V1 lolos verifikasi kontrak consumer MobileApp secara instan</a:t>
            </a:r>
          </a:p>
          <a:p>
            <a:r>
              <a:t>- Breaking changes (enum, rename, primitive mutation) terdeteksi &amp; diblokir di CI gate</a:t>
            </a:r>
          </a:p>
          <a:p>
            <a:r>
              <a:t>- Dual Provider (V1 + V2) mendemonstrasikan evolusi schema yang aman dan kompatibel</a:t>
            </a:r>
          </a:p>
          <a:p>
            <a:r>
              <a:t>[MENTAL MODEL INTI]</a:t>
            </a:r>
          </a:p>
          <a:p>
            <a:r>
              <a:t>- Contract tests turn consumer assumptions into executable provider guardrails.</a:t>
            </a:r>
          </a:p>
          <a:p>
            <a:r>
              <a:t>- Verify minimal subsets at build time so broken payloads never reach production.</a:t>
            </a:r>
          </a:p>
          <a:p>
            <a:r>
              <a:t>- Evolve APIs through parallel endpoints to maintain contract compliance.</a:t>
            </a:r>
          </a:p>
          <a:p>
            <a:r>
              <a:t>[SUMBER DAYA REPOSITORI]</a:t>
            </a:r>
          </a:p>
          <a:p>
            <a:r>
              <a:t>- Repository: https://github.com/lukman-ss/software-engineering-lab/tree/main/labs/26-contract-testing</a:t>
            </a:r>
          </a:p>
          <a:p>
            <a:r>
              <a:t>- Commit SHA: e963675c67e7d518e19a07ad930dbdb5be73fff1</a:t>
            </a:r>
          </a:p>
          <a:p>
            <a:r>
              <a:t>- Jalankan Demo: go run ./cmd/demo</a:t>
            </a:r>
          </a:p>
          <a:p>
            <a:r>
              <a:t>- Jalankan Test: go test -v -race ./...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Contract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Consumer-Driven Contracts &amp; CI/CD Deployment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26 --topic 'contract-testing'</a:t>
            </a:r>
            <a:br/>
            <a:r>
              <a:t>&gt; author: Lukman / lukman-ss | status: PRODUCTION VERIFIED</a:t>
            </a:r>
            <a:br/>
            <a:r>
              <a:t>&gt; commit: e963675c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Masalah Integrasi Microservices: Rapuhnya E2E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End-to-end testing lambat, flaky, dan mahal untuk mendeteksi breaking schema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 E2E TESTING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Membutuhkan seluruh ekosistem service dan database aktif bersamaan di staging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Flaky network, timeout, dan latency test lingkungan memperlambat pipeline CI/CD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Feedback loop lambat: pengembang menunggu berjam-jam hanya untuk cek kompatibilitas DTO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PARADOKS MOCK SERVICE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Unit test consumer dengan mock lokal selalu lolos karena asumsi schema statis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Saat provider mengubah casing enum atau nama field di produksi, consumer langsung crash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Mock yang dirawat manual cepat usang dan menciptakan ilusi keamanan palsu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KONDISI DI LAB 26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Consumer Mobile App membutuhkan kontrak schema minimal dari OrderService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 melakukan perubahan tanpa koordinasi yang melanggar kontrak DTO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Dibutuhkan deployment gate otomatis berbasis CDC tanpa dependensi external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Mocks drift into false confidence; contract tests turn consumer assumptions into executable provider guardrails.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Anatomi Consumer-Driven Contracts: Consumer Menentukan Ekspektasi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Bukan provider yang mendikte payload, melainkan kebutuhan nyata consumer yang didaftarkan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KEBUTUHAN MINIMAL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Consumer hanya mencatat subset field yang benar-benar dibaca oleh kodenya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Field provider yang tidak dikonsumsi (misal internal notes) diabaikan dalam kontrak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 bebas berevolusi pada field yang tidak mengikat consumer mana pun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INTERACTION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Request: HTTP Method GET /v1/orders/ORD-123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Provider State: Order ORD-123 exists and is IN_PROGRESS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Response: Status 200 OK, Content-Type JSON, body dengan id, status, customer.name,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PERGESERAN PARADIGMA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Provider-driven: Provider merilis OpenAPI spec raksasa, consumer dipaksa mengikuti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Consumer-driven: Consumer merilis kontrak kebutuhan, provider membuktikan kepatuhan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Hasil: Hubungan dependensi API menjadi eksplisit, terukur, dan dapat diaudit di CI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consumer defines the contract, but the provider proves compliance before shipping.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labs/26-contract-testing/internal/consumer/client.go:84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Skenario Nyata: Tiga Mutasi Payload Pemicu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Perubahan sederhana di backend merusak parsing JSON aplikasi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MUTASI 1: CASING ENUM STATUS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Backend mengubah 'IN_PROGRESS' menjadi huruf kecil 'in_progress' untuk standardisasi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mobile memiliki strict enum parser: status tidak dikenali memicu fatal error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User tertahan di layar loading tanpa pesan kesalahan yang informatif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MUTASI 2: FIELD RENAME CUSTOMER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Backend merapikan schema: field customer.name diubah menjadi customer.full_name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Parser consumer mengharapkan customer.name tidak boleh string kosong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Hasil: unmarshal error 'contract violation: customer.name is missing'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MUTASI 3: TIPE PRIMITIF MUTATION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Backend mengirim total dalam bentuk string '150000' daripada integer 150000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Go json.Unmarshal gagal melakukan deserialisasi string ke int64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Kerusakan terjadi seketika di level deserializer sebelum domain logic dijalankan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Small unannounced payload changes cause catastrophic client-side deserialization outages.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labs/26-contract-testing/internal/model/order.go:27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CI/CD Deployment Gate: Can I Deploy?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Memindahkan verifikasi kompatibilitas dari staging runtime ke build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PIPELINE CONSUMER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Menjalankan unit test client dengan mock provider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Membangkitkan file kontrak JSON (MobileApp -&gt; OrderService)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Mempublikasikan kontrak ke artifact store atau git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PIPELINE PROVIDER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Menjalankan server provider di lingkungan in-memory ephemeral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Menjalankan CDC Verifier membaca kontrak consumer aktif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Gate check: Jika verification gagal -&gt; CI Provider FAIL -&gt; Deployment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KEUNTUNGAN DETERMINISTIK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butuh staging environment yang selalu online 24/7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Eksekusi verifikasi selesai dalam milidetik (0.00s pada Lab 26)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Breaking change tertahan sebelum binary masuk ke container registry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Verify consumer contracts at build time so broken payloads never reach the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labs/26-contract-testing/engineering/01-design.md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Arsitektur Lab 26: Desain Sistem Tanpa Dependency Daemon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Implementasi CDC murni Go standard library tanpa binary external pact-ruby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MODUL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internal/model: Definisi DTO OrderResponseV1, Breaking, V2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internal/consumer: MobileOrderClient &amp; GenerateMobileContract()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internal/provider: ProviderV1, ProviderBreaking, ProviderDual handlers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internal/contract: Verifier engine dengan recursive schema diffing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ALASAN DESAIN PURE GO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Menghilangkan dependensi cgo, daemon broker eksternal, atau CLI binary berat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Dapat dijalankan instan via go test -v ./... dan go run ./cmd/demo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Membuktikan semantik CDC secara murni, transparan, dan mudah dipahami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KEAMANAN KONKURENSI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Verifier stateless menggunakan http.Client Go thread-safe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Uji konkurensi 20 goroutine paralel lolos uji race detector tanpa data race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Dapat diverifikasi ulang dengan perintah go test -race ./...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Pure standard-library architecture isolates contract mechanics from tooling friction.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labs/26-contract-testing/internal/contract/verifier.go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Consumer Code: Mendefinisikan Kontrak Minimal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Mobile consumer mendefinisikan ekspektasi HTTP, headers, dan struktur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PEMBUAT KONTRAK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GenerateMobileContract() *contract.Contract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&amp;contract.Contract{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Consumer: 'MobileApp', Provider: 'OrderService',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Interactions: []contract.Interaction{{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Request: contract.RequestDefinition{Method: 'GET', Path: '/v1/orders/ORD-123'},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Response: contract.ResponseDefinition{Status: 200, ...},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}},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PAYLOAD MINIMAL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id: 'ORD-123'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status: 'IN_PROGRESS'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customer: { name: 'Budi Santoso'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total: json.Number('150000')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SUBSET FIELD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Consumer mengabaikan field provider seperti 'notes' atau 'customer.id'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Menggunakan json.Number untuk membedakan integer vs string secara eksak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Mendokumentasikan provider state agar provider dapat menyiapkan data uji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Express only what the client consumes; ignore all ancillary provider attributes.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labs/26-contract-testing/internal/consumer/client.go:85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Mobile Client: Parsing Ketat Terhadap Pelanggaran Kontrak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Client mobile memvalidasi keberadaan field wajib dan konsistensi enum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UNMARSHAL &amp; ASSERTION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err := json.Unmarshal(body, &amp;raw); err != nil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nil, fmt.Errorf('failed to parse contract schema: %w', err)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raw.Customer.Name == ''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nil, fmt.Errorf('contract violation: customer.name is missing')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raw.Status != 'IN_PROGRESS' &amp;&amp; raw.Status != 'COMPLETED'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nil, fmt.Errorf('contract violation: unknown status %q', raw.Status)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PERILAKU SAAT BREACH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customer.name hilang, client langsung mengembalikan error spesifik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status berhuruf kecil 'in_progress', client menolak memproses pesanan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nilai null merembet ke lapisan UI/domain mobile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KEPERLUAN KONTRAK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Aturan validasi inilah yang wajib tercermin pada kontrak CDC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CDC menjamin provider tidak merilis response yang melanggar aturan ini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Saling melengkapi: client strict, CDC memvalidasi provider sebelum deploy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Strict client validation protects app runtime; CDC guarantees the provider respects those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labs/26-contract-testing/internal/consumer/client.go:68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CDC Verifier: Eksekusi Request &amp; Validasi Status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Mengeksekusi HTTP interaction terhadap URL provider yang sedang berjalan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ALUR VERIFIKASI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targetURL := strings.TrimRight(baseURL, '/') + interaction.Request.Path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req, err := http.NewRequest(interaction.Request.Method, targetURL, nil)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resp, err := v.Client.Do(req)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resp.StatusCode != interaction.Response.Status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result.Passed = false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result.Errors = append(result.Errors, fmt.Sprintf('status code mismatch...'))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VALIDASI HEADER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Verifier memeriksa header Content-Type secara case-insensitive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response text/html atau raw string saat consumer meminta JSON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Memastikan response HTTP valid sebelum masuk ke deserialisasi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DETERMINISTIK &amp; CEPAT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Menggunakan ephemeral httptest.Server di dalam proses testing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Tanpa roundtrip jaringan luar — selesai dalam 0.00 detik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Ideal untuk dimasukkan ke dalam setiap pull request dan pre-commit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the interaction against a live ephemeral provider instance and assert HTTP semantics.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labs/26-contract-testing/internal/contract/verifier.go:61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Algoritma Diffing: Validasi Recursive Subset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Membandingkan struktur nested JSON hanya pada field yang diminta 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LOGIKA DIFFING OBJEK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diffValues(path string, expected, actual interface{}) []string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for key, expVal := range expMap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actVal, exists := actMap[key]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if !exists { diffs = append(diffs, 'missing expected field')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diffs = append(diffs, diffValues(childPath, expVal, actVal)...)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PENGECEKAN TIPE PRIMITIF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Membedakan json.Number (angka) dari string JSON secara presisi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Memverifikasi kecocokan tipe via reflect.TypeOf()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Mendeteksi perubahan nilai enum seperti 'IN_PROGRESS' vs 'in_progress'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TOLERANSI OVER-PROVISIONING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 memiliki field 'notes' dan 'customer.id' yang tidak ada di kontrak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diffValues mengabaikan field ekstra tersebut tanpa menghasilkan error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Memungkinkan provider menambahkan fitur baru tanpa merusak consumer lama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Validate subset presence and exact types; tolerate unrequested provider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labs/26-contract-testing/internal/contract/verifier.go:130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Verifikasi Provider V1: Memenuhi Seluruh Kontrak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Server V1 mengirimkan DTO asli yang sesuai dengan harapan MobileApp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RESPON PROVIDER V1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ID: 'ORD-123'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Status: 'IN_PROGRESS' (uppercase string)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Customer: { ID: 'cust-100', Name: 'Budi Santoso'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Total: 150000 (int64)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Notes: 'Internal note not used by mobile app'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VERIFIKASI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Status Code: 200 OK — MATCH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Header Content-Type: application/json — MATCH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Payload schema: 4/4 field consumer ditemukan dengan tipe data yang tepat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Field 'notes' dan 'customer.id' diabaikan secara aman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STATUS CI GATE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Verification result: Passed = true, Errors = 0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 Deployment Gate: ALLOWED — Siap dideploy ke cluster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Eksekusi test TestProviderV1_ContractVerification_Success: PASS (0.00s)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When expected subset matches completely, deployment gate turns green.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labs/26-contract-testing/internal/provider/server.go:12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Breaking Provider: Terdeteksi &amp; Diblokir di CI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perubahan schema langsung memicu kegagalan verifikasi kontrak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OUTPUT VERIFIKASI GAGAL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[Stage 3] Running Breaking Provider Contract Verification: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Result: BLOCKED! Breaking changes detected before deployment: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1. path 'total': type mismatch (expected 150000 [json.Number], got 150000 [string])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2. path 'status': value mismatch (expected 'IN_PROGRESS', got 'in_progress')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3. missing expected field 'customer.name'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CI Deployment Gate: PREVENTED PRODUCTION OUTAGE.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PENYEBAB KERUSAKAN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Total: tipe bermutasi dari integer ke string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Status: casing bermutasi dari UPPERCASE ke lowercase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Customer.name: nama field direname menjadi customer.full_name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DAMPAK PADA PIPELINE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Exit code non-nol menghentikan build runner CI/CD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Engineer backend langsung melihat daftar field yang melanggar kontrak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Produksi tetap aman: tidak ada deployment versi cacat ke live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Contract test failures pinpoint exact field diffs before bad code reaches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labs/26-contract-testing/cmd/demo/main.go:40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Taksonomi Breaking Changes pada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Klasifikasi perubahan payload yang memicu kegagalan consumer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TAKSONOMI PERUBAHAN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Tipe Mutasi        | Contoh Perubahan              | Dampak Consumer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-------------------|-------------------------------|------------------------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Field Rename       | name -&gt; full_name             | Field missing / null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Type Mutation      | int 150000 -&gt; string '150000' | Deserialization crash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Enum Value Change  | IN_PROGRESS -&gt; in_progress    | Validation/Logic error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Field Removal      | Menghapus field total         | Missing required field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HTTP Status Change | 200 OK -&gt; 202 Accepted        | Client error branch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PERUBAHAN YANG AMAN (NON-BREAKING)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Menambahkan field baru di level root atau child (additive changes)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Menambahkan endpoint HTTP baru tanpa mengubah endpoint lama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Memperluas toleransi input request pada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HYRUM'S LAW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Dengan jumlah consumer yang cukup, semua perilaku API yang dapat diamati akan menjadi dependensi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CDC mendokumentasikan observasi tersebut secara eksplisit dalam kode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Know what breaks: renames, type mutations, and enum alterations break clients; additions do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labs/26-contract-testing/internal/model/order.go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Evolusi API: Dual DTO &amp; Parallel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Memperkenalkan fitur baru tanpa merusak kontrak consumer 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POLA DUAL ROUTING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GET /v1/orders/{id} -&gt; Mengembalikan schema V1 (kontrak MobileApp tetap terpenuhi)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GET /v2/orders/{id} -&gt; Mengembalikan schema V2 (fitur baru: full_name, string total, currency)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Backend melayani kedua endpoint secara simultan dari domain model yang sama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PROVIDER DUAL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strings.HasPrefix(r.URL.Path, '/v1/orders/')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respV1 := model.OrderResponseV1{ ...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json.NewEncoder(w).Encode(respV1)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strings.HasPrefix(r.URL.Path, '/v2/orders/')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respV2 := model.OrderResponseV2{ ...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json.NewEncoder(w).Encode(respV2)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VERIFIKASI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ProviderDual lolos verifikasi kontrak MobileApp V1 dengan 0 error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Mobile App dapat terus beroperasi tanpa migrasi tergesa-gesa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Web / client baru dapat langsung mengadopsi schema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Evolve via parallel endpoints: satisfy existing contracts on V1 while innovating on V2.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labs/26-contract-testing/internal/provider/server.go:82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Pola Expand-Contract: Migrasi Tanpa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fase evolusi API untuk mematikan schema lama dengan 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1: EXPAND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 menambahkan endpoint /v2 atau field baru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Menjaga endpoint /v1 tetap beroperasi melayani kontrak aktif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 gate memverifikasi kontrak lama tetap 100% 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2: MIGRATE CONSUMERS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Consumer secara bertahap memperbarui kodenya ke schema V2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consumer merilis kontrak baru (V2 interaction) ke broker/repo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Saat semua consumer telah migrasi, kontrak V1 menjadi tidak memiliki consumer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FASE 3: CONTRACT (DECOMMISSION)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 mengecek broker: tidak ada consumer yang terikat pada kontrak V1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Endpoint /v1 dihapus secara aman tanpa risiko breaking change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Evolusi selesai tanpa pernah sekalipun memicu downtime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Expand new capabilities, migrate consumers independently, contract old paths safely.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labs/26-contract-testing/engineering/01-design.md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Hasil Eksekusi Test: Lolos Unit, Integration &amp; Race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Seluruh rangkaian test lolos 100% tanpa memory leak atau race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RINGKASAN GO TEST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TestConsumerContractGeneration -&gt;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TestProviderV1_ContractVerification_Success -&gt;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TestProviderBreaking_ContractVerification_Fails -&gt;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TestProviderDual_ContractVerification_Success -&gt;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TestConcurrentContractVerification -&gt; PASS (0.01s)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TestVerifier_HeaderValidation_And_ErrorBranches -&gt;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TestProviderDual_V2Endpoint_DirectAssertion -&gt;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PASS: ok labs/26-contract-testing/tests 0.390s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VERIFIKASI RACE DETECTOR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Perintah: go test -race ./...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Hasil: ok labs/26-contract-testing/tests 1.425s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20 goroutine paralel memverifikasi kontrak tanpa konflik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BUKTI KUANTITATIF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7 test scenario mencakup branch sukses, gagal, header, dan concurrent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TestProviderBreaking membuktikan minimal 3 error ditangkap secara eksak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Determinisme penuh: tidak ada sleep timer atau flakiness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Deterministic verification completes in milliseconds, clean under Go race detector.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labs/26-contract-testing/engineering/03-execution-result.md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Perbandingan Metode Pengujian Integrasi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Mengevaluasi Unit Test, End-to-End Test, dan Contract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PERBANDINGAN METODE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Karakteristik      | Unit Test (Mock) | End-to-End Test | Contract Test (CDC)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-------------------|------------------|-----------------|---------------------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Kecepatan Eksekusi | Sangat Cepat (&lt;1s)| Sangat Lambat(mnt)| Sangat Cepat (ms)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Kestabilan (Flaky) | Nol (Stabil)     | Tinggi (Flaky)  | Nol (Stabil)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Cakupan Integrasi  | Tidak Ada (Palsu)| Penuh           | Format &amp; Semantik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Kebutuhan Lingk.   | In-Process       | Multi-Server/DB | In-Process Ephemeral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Deteksi Breaking   | Gagal            | Terlambat       | Tepat Waktu (CI Gate)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Biaya Pemeliharaan | Rendah           | Sangat Tinggi   | Rendah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ANALISIS NILAI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CDC mengisi gap kritis antara unit test yang terisolasi dan E2E test yang lambat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Memberikan keyakinan integrasi setara E2E dengan biaya eksekusi setara unit test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Paling efektif diterapkan pada arsitektur microservices terdistribusi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POSISI PADA PIRAMIDA TEST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Contract tests berada di tengah piramida: di atas unit tests, di bawah E2E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Mengurangi kebutuhan suite E2E hingga lebih dari 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Contract tests deliver integration-level confidence at unit-test speed and stability.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Standar Industri: Ekosistem Pact &amp; Pact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Bagaimana prinsip lab ini diaplikasikan pada skala enterprise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KOMPONEN PACT FRAMEWORK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Pact Specification: Standar formal JSON untuk mendefinisikan interaksi HTTP dan message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Pact Language SDKs: pact-go, pact-js, pact-jvm, pact-python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Pact Broker: Server sentral yang menyimpan dan memvalidasi matriks versi kontrak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FITUR CAN-I-DEPLOY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 command: pact-broker can-i-deploy --pacticipant OrderService --version git-sha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Memverifikasi apakah versi provider kompatibel dengan semua consumer di environment target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Menjadi penentu exit-code pada pipeline CD sebelum rilis ke Kubernetes/Cloud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HUBUNGAN KE LAB 26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26 mengimplementasikan esensi verifikasi Pact murni dalam Go standard library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Pola diffing, provider states, dan CI gate yang dipelajari di sini 100% kompatibel secara konseptual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Memahami prinsip inti terlebih dahulu sebelum mengadopsi tooling enterprise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Master the CDC mechanics in pure code before scaling to enterprise Pact Broker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labs/26-contract-testing/engineering/02-implementation-notes.md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Trade-off &amp; Biaya Penerapan Contract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CDC bukan pengganti seluruh jenis pengujian: kenali batasannya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BIAYA &amp; TANTANGAN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Disiplin Organisasi: Membutuhkan kolaborasi erat antara tim consumer dan tim provider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Manajemen Provider State: Menyiapkan data fixture agar provider merespons sesuai kontrak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State Setup Overhead: Endpoint mock/helper untuk seeding database sebelum verifikasi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APA YANG TIDAK DIUJI CDC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Performance &amp; Latency: Tidak mengukur throughput, p99 latency, atau beban DB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Deep Business Logic: Tidak memverifikasi kalkulasi internal akuntansi yang kompleks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Security &amp; Authorization: Tidak menggantikan vulnerability scanner atau penetration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STRATEGI MITIGASI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Fokuskan CDC pada batas kontrak DTO dan semantik interaksi API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Gabungkan dengan load testing (Lab 15) dan unit testing domain logic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Otomatiskan regenerasi kontrak saat consumer test dijalankan di local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Contract tests guard boundary semantics; business logic and performance still need their own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labs/26-contract-testing/engineering/02-implementation-notes.md:34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Batasan Implementasi Lab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Asumsi penyederhanaan yang diambil untuk menjaga fokus pembelajaran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1: PURE GO RUNNER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Menggunakan verifier kustom berbasis Go net/http, bukan binary resmi Pact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Menghilangkan ketergantungan runtime ruby daemon untuk kemudahan eksekusi lokal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Algoritma diffing mencakup subset JSON, primitive types, dan exact string/number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2: IN-MEMORY BROKER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Kontrak dioper secara in-memory/in-process tanpa server Pact Broker eksternal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produksi enterprise, kontrak disimpan di Pactflow atau dedicated server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Pola data flow tetap identik: consumer produce -&gt; provider 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3: PROVIDER STATE SEDERHANA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Provider state disimulasikan melalui deterministic endpoint routing (/v1/orders/ORD-123)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mengimplementasikan state setup callback endpoint dinamis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Cukup untuk membuktikan deteksi kegagalan pada 3 jenis breaking changes utama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Understand the deliberate simplifications: pure Go eliminates setup toil while proving the core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labs/26-contract-testing/engineering/02-implementation-notes.md:29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Panduan Keputusan: Kapan Menggunakan CDC?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Kriteria arsitektur dan organisasi yang paling diuntungkan oleh contract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SANGAT DISARANKAN KETIKA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Banyak tim microservices independen yang merilis software dengan siklus berbeda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Aplikasi Mobile / Frontend SPA yang terikat pada backend API pihak ketiga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Lingkungan staging lambat, tidak stabil, atau memakan biaya cloud sangat mahal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Regresi API sering terjadi karena perubahan schema yang tidak sengaja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KURANG COCOK KETIKA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Monolith tunggal: seluruh pemanggilan adalah function call internal in-process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API publik eksternal dengan ribuan konsumen tidak dikenal (gunakan schema validation/OpenAPI)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Tim sangat kecil (1-2 orang) di mana komunikasi verbal jauh lebih murah daripada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MATRIKS EFISIENSI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Semakin tinggi jumlah dependensi antar-layanan, semakin besar ROI dari contract testing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Memangkas waktu koordinasi rilis antar-tim dari harian menjadi otomatis di CI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Adopt CDC when cross-team microservice deployments slow down due to integration fear.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Checklist Adopsi CDC di Pipeline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8 langkah taktis mengimplementasikan deployment gate di organisasi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 PERSIAPAN &amp; CONSUMER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Identifikasi batasan service dan consumer yang paling kritis (misal Mobile App)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Buat consumer test yang menghasilkan file kontrak interaksi minimal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Setup publish kontrak ke Pact Broker atau repository terpusat pada pipeline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 PROVIDER &amp; GATE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Implementasikan provider verification step di CI provider sebelum build container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Tambahkan automated provider state handler untuk menyiapkan mock DB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Pasang can-i-deploy gate untuk memblokir merge PR yang melanggar kontrak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 EVOLUSI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Terapkan pola Expand-Contract saat memutasi schema DTO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Pantau utilisasi kontrak lama sebelum mematikan endpoint deprecated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Eight concrete steps turn integration anxiety into automated CI/CD confidence.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Tiga Prinsip Inti Contract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Fondasi filosofis untuk membangun integrasi layanan yang tangguh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1: MINIMAL SUBSET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Konsumen hanya meminta apa yang benar-benar digunakan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pengikatan yang terlalu ketat (tight coupling) pada atribut yang tidak relevan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Memberi ruang bagi provider untuk berevolusi secara independen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2: VERIFIKASI PADA BUILD TIME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Validasi terjadi sebelum artifact masuk ke container image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Menghilangkan ketergantungan pada runtime staging environment yang rapuh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Feedback loop instan bagi engineer saat masih berada di konteks kode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3: EVOLUSI ADITIF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Perubahan selalu bersifat aditif melalui dual routing atau new optional fields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Jangan pernah mengubah tipe atau merename field yang terikat kontrak aktif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Migrasi konsumen secara asinkron sebelum mematikan jalur lama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Minimal subsets preserve provider agility; build-time gates eliminate runtime integration dread.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labs/26-contract-testing/engineering/01-design.md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26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Ringkasan Lab 26: Contract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HASIL EKSEKUSI UTAMA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Provider V1 lolos verifikasi kontrak consumer MobileApp secara instan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Breaking changes (enum, rename, primitive mutation) terdeteksi &amp; diblokir di CI gate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Dual Provider (V1 + V2) mendemonstrasikan evolusi schema yang aman dan kompatibel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MENTAL MODEL INTI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Contract tests turn consumer assumptions into executable provider guardrails.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Verify minimal subsets at build time so broken payloads never reach production.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Evolve APIs through parallel endpoints to maintain contract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SUMBER DAYA REPOSITORI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Repository: https://github.com/lukman-ss/software-engineering-lab/tree/main/labs/26-contract-testing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Commit SHA: e963675c67e7d518e19a07ad930dbdb5be73fff1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Jalankan Demo: go run ./cmd/demo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Jalankan Test: go test -v -race ./...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Contract tests turn consumer assumptions into executable provider guardrails at build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