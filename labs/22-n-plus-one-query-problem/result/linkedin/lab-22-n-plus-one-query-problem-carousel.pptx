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N+1 Query Problem</a:t>
            </a:r>
          </a:p>
          <a:p/>
          <a:p>
            <a:r>
              <a:t>[]</a:t>
            </a:r>
          </a:p>
          <a:p>
            <a:r>
              <a:t>- Retro CRT monitor beige dengan scanlines</a:t>
            </a:r>
          </a:p>
          <a:p>
            <a:r>
              <a:t>- ASCII art terminal yang menampilkan query count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N+1 Query Problem: Anti-Pattern Latensi Tersembunyi</a:t>
            </a:r>
          </a:p>
          <a:p/>
          <a:p>
            <a:r>
              <a:t>Mental Model: N+1 is invisible until it hurts. Batch related queries, don't loop them.</a:t>
            </a:r>
          </a:p>
          <a:p/>
          <a:p>
            <a:r>
              <a:t>[MOTIVASI]</a:t>
            </a:r>
          </a:p>
          <a:p>
            <a:r>
              <a:t>- N+1 adalah masalah 'invisible until it hurts' — berfungsi sempurna pada data uji kecil</a:t>
            </a:r>
          </a:p>
          <a:p>
            <a:r>
              <a:t>- Setiap query individu terlihat cepat (&lt;1ms), sehingga lolos dari slow query logs</a:t>
            </a:r>
          </a:p>
          <a:p>
            <a:r>
              <a:t>- Degradasi performa akumuler: request yang harus 200ms justru butuh 2.4 detik di produksi</a:t>
            </a:r>
          </a:p>
          <a:p>
            <a:r>
              <a:t>[KONSEP]</a:t>
            </a:r>
          </a:p>
          <a:p>
            <a:r>
              <a:t>- Anti-pattern N+1: 1 query induk + N query anak per item</a:t>
            </a:r>
          </a:p>
          <a:p>
            <a:r>
              <a:t>- Kompleksitas menjadi O(N) relatif terhadap jumlah record</a:t>
            </a:r>
          </a:p>
          <a:p>
            <a:r>
              <a:t>- Sering terjadi di ORM lazy loading default dan GraphQL resolvers</a:t>
            </a:r>
          </a:p>
          <a:p>
            <a:r>
              <a:t>[STUDI KASUS]</a:t>
            </a:r>
          </a:p>
          <a:p>
            <a:r>
              <a:t>- GET /api/work-orders: 100 work order, 5 item tiapnya =</a:t>
            </a:r>
          </a:p>
          <a:p>
            <a:r>
              <a:t>- : 101 query (1 + 100) vs 2 query (batching)</a:t>
            </a:r>
          </a:p>
          <a:p>
            <a:r>
              <a:t>- Pada data uji 5 work order: hanya 6 query — tidak terlihat masalahnya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Anatomi N+1: 1 + N = N+1</a:t>
            </a:r>
          </a:p>
          <a:p/>
          <a:p>
            <a:r>
              <a:t>Mental Model: Each item in a loop triggers its own query — batch before you iterate.</a:t>
            </a:r>
          </a:p>
          <a:p/>
          <a:p>
            <a:r>
              <a:t>[ALUR EKSEKUSI N+1]</a:t>
            </a:r>
          </a:p>
          <a:p>
            <a:r>
              <a:t>- Query #1: GetAllAuthors() → mengembalikan 3 author</a:t>
            </a:r>
          </a:p>
          <a:p>
            <a:r>
              <a:t>- Loop iterasi ke-1: GetPostsByAuthorID(1) → Query #2</a:t>
            </a:r>
          </a:p>
          <a:p>
            <a:r>
              <a:t>- Loop iterasi ke-2: GetPostsByAuthorID(2) → Query #3</a:t>
            </a:r>
          </a:p>
          <a:p>
            <a:r>
              <a:t>- Loop iterasi ke-3: GetPostsByAuthorID(3) → Query #4</a:t>
            </a:r>
          </a:p>
          <a:p>
            <a:r>
              <a:t>- Total: 4 query (1 + N di mana N=3)</a:t>
            </a:r>
          </a:p>
          <a:p>
            <a:r>
              <a:t>[KODE ANTI-PATTERN]</a:t>
            </a:r>
          </a:p>
          <a:p>
            <a:r>
              <a:t>- authors := store.GetAllAuthors()</a:t>
            </a:r>
          </a:p>
          <a:p>
            <a:r>
              <a:t>- for _, author := range authors {</a:t>
            </a:r>
          </a:p>
          <a:p>
            <a:r>
              <a:t>-     posts := store.GetPostsByAuthorID(author.ID)</a:t>
            </a:r>
          </a:p>
          <a:p>
            <a:r>
              <a:t>- }</a:t>
            </a:r>
          </a:p>
          <a:p>
            <a:r>
              <a:t>[SKALA NYATA]</a:t>
            </a:r>
          </a:p>
          <a:p>
            <a:r>
              <a:t>- Jika N=1000 author, query count = 1001</a:t>
            </a:r>
          </a:p>
          <a:p>
            <a:r>
              <a:t>- Jika N=10000 author, query count = 10001</a:t>
            </a:r>
          </a:p>
          <a:p>
            <a:r>
              <a:t>- Linear scaling dengan jumlah record — tidak berkelakuan baik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Titik Buta: Slow Query Log Gagal Mendeteksi</a:t>
            </a:r>
          </a:p>
          <a:p/>
          <a:p>
            <a:r>
              <a:t>Mental Model: Fast individual queries can mask slow aggregate performance.</a:t>
            </a:r>
          </a:p>
          <a:p/>
          <a:p>
            <a:r>
              <a:t>[MENGAPA LOLOS DETEKSI]</a:t>
            </a:r>
          </a:p>
          <a:p>
            <a:r>
              <a:t>- Slow query log hanya menandai query dengan durasi &gt; threshold (mis. 1s)</a:t>
            </a:r>
          </a:p>
          <a:p>
            <a:r>
              <a:t>- Query N+1 masing-masing &lt;1ms, kecil di atas kertas</a:t>
            </a:r>
          </a:p>
          <a:p>
            <a:r>
              <a:t>- Akumulasi N query kecil menghasilkan total latency besar — invisible dalam log</a:t>
            </a:r>
          </a:p>
          <a:p>
            <a:r>
              <a:t>[CONTOH PUKUL KETIKA PRODUKSI]</a:t>
            </a:r>
          </a:p>
          <a:p>
            <a:r>
              <a:t>- Development: 3 author, 4 query → &lt;5ms</a:t>
            </a:r>
          </a:p>
          <a:p>
            <a:r>
              <a:t>- Production: 500 author, 501 query → 2.4s</a:t>
            </a:r>
          </a:p>
          <a:p>
            <a:r>
              <a:t>- Slow query log melaporkan 0 query lambat — semuanya cepat</a:t>
            </a:r>
          </a:p>
          <a:p>
            <a:r>
              <a:t>[DETEKSI YANG BENAR]</a:t>
            </a:r>
          </a:p>
          <a:p>
            <a:r>
              <a:t>- Query count profiling, bukan hanya durasi individual</a:t>
            </a:r>
          </a:p>
          <a:p>
            <a:r>
              <a:t>- ORM-level query logger (mis. Django nplusone)</a:t>
            </a:r>
          </a:p>
          <a:p>
            <a:r>
              <a:t>- Instrumentation APM yang mengobservasi pola query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Mengapa N+1 Lolos ke Produksi</a:t>
            </a:r>
          </a:p>
          <a:p/>
          <a:p>
            <a:r>
              <a:t>Mental Model: Small test data hides linear degradation — profile volume, not just speed.</a:t>
            </a:r>
          </a:p>
          <a:p/>
          <a:p>
            <a:r>
              <a:t>[FAKTOR 1: DATA UJI KECIL]</a:t>
            </a:r>
          </a:p>
          <a:p>
            <a:r>
              <a:t>- Lab &amp; staging memakai data sample 3-5 record</a:t>
            </a:r>
          </a:p>
          <a:p>
            <a:r>
              <a:t>- 4 query terlihat cepat — tidak ada bottleneck yang terlihat</a:t>
            </a:r>
          </a:p>
          <a:p>
            <a:r>
              <a:t>- Prinsip 'works on my machine' menyebabkan kegagalan skalasi</a:t>
            </a:r>
          </a:p>
          <a:p>
            <a:r>
              <a:t>[FAKTOR 2: ORM DEFAULT LAZY]</a:t>
            </a:r>
          </a:p>
          <a:p>
            <a:r>
              <a:t>- Django: lazy loading default untuk relasi</a:t>
            </a:r>
          </a:p>
          <a:p>
            <a:r>
              <a:t>- Rails: lazy loading default untuk association</a:t>
            </a:r>
          </a:p>
          <a:p>
            <a:r>
              <a:t>- EF Core: lazy loading proxy (opsional tapi sering diaktifkan)</a:t>
            </a:r>
          </a:p>
          <a:p>
            <a:r>
              <a:t>[FAKTOR 3: PROFILING TIDAK STANDAR]</a:t>
            </a:r>
          </a:p>
          <a:p>
            <a:r>
              <a:t>- Query count tidak diukur sebagai metrik CI/CD</a:t>
            </a:r>
          </a:p>
          <a:p>
            <a:r>
              <a:t>- Fokus pada duration, bukan volume per request</a:t>
            </a:r>
          </a:p>
          <a:p>
            <a:r>
              <a:t>- Tidak ada test assertion untuk jumlah query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Arsitektur Lab 22: Tiga Layer</a:t>
            </a:r>
          </a:p>
          <a:p/>
          <a:p>
            <a:r>
              <a:t>Mental Model: Make query counts measurable so assertions are exact, not estimated.</a:t>
            </a:r>
          </a:p>
          <a:p/>
          <a:p>
            <a:r>
              <a:t>[LAYER STRUKTUR]</a:t>
            </a:r>
          </a:p>
          <a:p>
            <a:r>
              <a:t>- Store: Internal/blog/store.go — mock database + query counter</a:t>
            </a:r>
          </a:p>
          <a:p>
            <a:r>
              <a:t>- Repository: internal/blog/repository.go — dua strategi (naive vs eager)</a:t>
            </a:r>
          </a:p>
          <a:p>
            <a:r>
              <a:t>- Demo: cmd/demo/main.go — CLI runner yang mencetak statistik query</a:t>
            </a:r>
          </a:p>
          <a:p>
            <a:r>
              <a:t>[THREAD SAFETY]</a:t>
            </a:r>
          </a:p>
          <a:p>
            <a:r>
              <a:t>- Store menggunakan sync.Mutex untuk query counter</a:t>
            </a:r>
          </a:p>
          <a:p>
            <a:r>
              <a:t>- Query count increment thread-safe — valid untuk concurrent test</a:t>
            </a:r>
          </a:p>
          <a:p>
            <a:r>
              <a:t>- Race detector lolos tanpa data race (go test -race)</a:t>
            </a:r>
          </a:p>
          <a:p>
            <a:r>
              <a:t>[VERIFIKASI KWANTITATIF]</a:t>
            </a:r>
          </a:p>
          <a:p>
            <a:r>
              <a:t>- Query counter bukan estimasi — angka pasti</a:t>
            </a:r>
          </a:p>
          <a:p>
            <a:r>
              <a:t>- Test assertion: N+1=4 query, Eager=2 query (hard-coded)</a:t>
            </a:r>
          </a:p>
          <a:p>
            <a:r>
              <a:t>- Deep equality check: reflect.DeepEqual(eager, nplus1)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Implementasi Naif: Lazy Loading per Item</a:t>
            </a:r>
          </a:p>
          <a:p/>
          <a:p>
            <a:r>
              <a:t>Mental Model: Lazy loading in a loop multiplies query count — batch before iterating.</a:t>
            </a:r>
          </a:p>
          <a:p/>
          <a:p>
            <a:r>
              <a:t>[REPOSITORY N+1]</a:t>
            </a:r>
          </a:p>
          <a:p>
            <a:r>
              <a:t>- authors := r.store.GetAllAuthors()  // Query #1</a:t>
            </a:r>
          </a:p>
          <a:p>
            <a:r>
              <a:t>- for _, author := range authors {</a:t>
            </a:r>
          </a:p>
          <a:p>
            <a:r>
              <a:t>-     posts := r.store.GetPostsByAuthorID(author.ID) // Query #2,#3,#4</a:t>
            </a:r>
          </a:p>
          <a:p>
            <a:r>
              <a:t>-     result = append(result, AuthorWithPosts{...})</a:t>
            </a:r>
          </a:p>
          <a:p>
            <a:r>
              <a:t>- }</a:t>
            </a:r>
          </a:p>
          <a:p>
            <a:r>
              <a:t>[STORE QUERY COUNT]</a:t>
            </a:r>
          </a:p>
          <a:p>
            <a:r>
              <a:t>- GetAllAuthors(): queryCount++ → 1</a:t>
            </a:r>
          </a:p>
          <a:p>
            <a:r>
              <a:t>- GetPostsByAuthorID(id): queryCount++ per panggilan</a:t>
            </a:r>
          </a:p>
          <a:p>
            <a:r>
              <a:t>- 3 author → 3 pemanggilan → 3 query tambahan</a:t>
            </a:r>
          </a:p>
          <a:p>
            <a:r>
              <a:t>- Total akumulasi: 4</a:t>
            </a:r>
          </a:p>
          <a:p>
            <a:r>
              <a:t>[KARAKTERISTIK]</a:t>
            </a:r>
          </a:p>
          <a:p>
            <a:r>
              <a:t>- Intuisi kode natural / readable — ini yang membuatnya sulit diketahui</a:t>
            </a:r>
          </a:p>
          <a:p>
            <a:r>
              <a:t>- Mirip dengan ORM lazy loading default</a:t>
            </a:r>
          </a:p>
          <a:p>
            <a:r>
              <a:t>- Sering ditulis oleh developer junior yang belum sadar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Solusi Eager Loading: Batch &amp; Memory Map</a:t>
            </a:r>
          </a:p>
          <a:p/>
          <a:p>
            <a:r>
              <a:t>Mental Model: Collect all IDs, fetch in one IN(...) batch, join in memory — O(1) queries.</a:t>
            </a:r>
          </a:p>
          <a:p/>
          <a:p>
            <a:r>
              <a:t>[REPOSITORY EAGER]</a:t>
            </a:r>
          </a:p>
          <a:p>
            <a:r>
              <a:t>- authors := r.store.GetAllAuthors()  // Query #1</a:t>
            </a:r>
          </a:p>
          <a:p>
            <a:r>
              <a:t>- ids := extractAuthorIDs(authors)    // slice [1,2,3]</a:t>
            </a:r>
          </a:p>
          <a:p>
            <a:r>
              <a:t>- allPosts := r.store.GetPostsByAuthorIDs(ids)  // Query #2 batch</a:t>
            </a:r>
          </a:p>
          <a:p>
            <a:r>
              <a:t>- groupByAuthor(allPosts) → map[int][]Post</a:t>
            </a:r>
          </a:p>
          <a:p>
            <a:r>
              <a:t>- Build final result from map</a:t>
            </a:r>
          </a:p>
          <a:p>
            <a:r>
              <a:t>[STORE BATCH METHOD]</a:t>
            </a:r>
          </a:p>
          <a:p>
            <a:r>
              <a:t>- GetPostsByAuthorIDs(authorIDs []int):</a:t>
            </a:r>
          </a:p>
          <a:p>
            <a:r>
              <a:t>-     idMap := make(map[int]bool)</a:t>
            </a:r>
          </a:p>
          <a:p>
            <a:r>
              <a:t>-     for _, id := range authorIDs { idMap[id] = true }</a:t>
            </a:r>
          </a:p>
          <a:p>
            <a:r>
              <a:t>-     return posts where idMap[post.AuthorID]</a:t>
            </a:r>
          </a:p>
          <a:p>
            <a:r>
              <a:t>-     queryCount++ once — satu query untuk semua</a:t>
            </a:r>
          </a:p>
          <a:p>
            <a:r>
              <a:t>[HASIL]</a:t>
            </a:r>
          </a:p>
          <a:p>
            <a:r>
              <a:t>- Total query: 2 (1 untuk author + 1 untuk batch post)</a:t>
            </a:r>
          </a:p>
          <a:p>
            <a:r>
              <a:t>- Terlepas dari berapa banyak author — selalu 2 query</a:t>
            </a:r>
          </a:p>
          <a:p>
            <a:r>
              <a:t>- Data hasil identik dengan N+1 (verified via DeepEqual)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Eksekusi Demo: Bukti Kuantitatif</a:t>
            </a:r>
          </a:p>
          <a:p/>
          <a:p>
            <a:r>
              <a:t>Mental Model: Constant 2 queries beats N+1, and the gap widens linearly with N.</a:t>
            </a:r>
          </a:p>
          <a:p/>
          <a:p>
            <a:r>
              <a:t>[DEMO OUTPUT — N+1]</a:t>
            </a:r>
          </a:p>
          <a:p>
            <a:r>
              <a:t>- --- Simulating N+1 Query Problem ---</a:t>
            </a:r>
          </a:p>
          <a:p>
            <a:r>
              <a:t>- Loaded 3 authors with their posts.</a:t>
            </a:r>
          </a:p>
          <a:p>
            <a:r>
              <a:t>- Total queries executed: 4 (1 for authors + 3 for posts)</a:t>
            </a:r>
          </a:p>
          <a:p>
            <a:r>
              <a:t>[DEMO OUTPUT — EAGER]</a:t>
            </a:r>
          </a:p>
          <a:p>
            <a:r>
              <a:t>- --- Simulating Eager Loading (Batching) ---</a:t>
            </a:r>
          </a:p>
          <a:p>
            <a:r>
              <a:t>- Loaded 3 authors with their posts.</a:t>
            </a:r>
          </a:p>
          <a:p>
            <a:r>
              <a:t>- Total queries executed: 2 (1 for authors + 1 batched query)</a:t>
            </a:r>
          </a:p>
          <a:p>
            <a:r>
              <a:t>[INTERPRETASI]</a:t>
            </a:r>
          </a:p>
          <a:p>
            <a:r>
              <a:t>- N+1: query count = N+1 (bergantung pada jumlah record)</a:t>
            </a:r>
          </a:p>
          <a:p>
            <a:r>
              <a:t>- Eager: query count = 2 (konstan, tidak bergantung pada N)</a:t>
            </a:r>
          </a:p>
          <a:p>
            <a:r>
              <a:t>- Pada N=1000: N+1=1001 query vs Eager=2 query — perbedaan 999 query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Unit Test: Assert Kuantitatif Query Count</a:t>
            </a:r>
          </a:p>
          <a:p/>
          <a:p>
            <a:r>
              <a:t>Mental Model: Assert exact query counts in unit tests to prevent N+1 regressions.</a:t>
            </a:r>
          </a:p>
          <a:p/>
          <a:p>
            <a:r>
              <a:t>[TEST RESULTS]</a:t>
            </a:r>
          </a:p>
          <a:p>
            <a:r>
              <a:t>- === RUN   TestGetAuthorsWithPostsNPlusOne</a:t>
            </a:r>
          </a:p>
          <a:p>
            <a:r>
              <a:t>- --- PASS: TestGetAuthorsWithPostsNPlusOne (0.00s)</a:t>
            </a:r>
          </a:p>
          <a:p>
            <a:r>
              <a:t>- === RUN   TestGetAuthorsWithPostsEager</a:t>
            </a:r>
          </a:p>
          <a:p>
            <a:r>
              <a:t>- --- PASS: TestGetAuthorsWithPostsEager (0.00s)</a:t>
            </a:r>
          </a:p>
          <a:p>
            <a:r>
              <a:t>- === RUN   TestEmptyStore</a:t>
            </a:r>
          </a:p>
          <a:p>
            <a:r>
              <a:t>- --- PASS: TestEmptyStore (0.00s)</a:t>
            </a:r>
          </a:p>
          <a:p>
            <a:r>
              <a:t>- PASS — 4/4 test cases pass</a:t>
            </a:r>
          </a:p>
          <a:p>
            <a:r>
              <a:t>[ASSERTI QUERY COUNT]</a:t>
            </a:r>
          </a:p>
          <a:p>
            <a:r>
              <a:t>- N+1: queryCount == 4 (1 + N, di mana N=3)</a:t>
            </a:r>
          </a:p>
          <a:p>
            <a:r>
              <a:t>- Eager: queryCount == 2 (1 + 1 batch)</a:t>
            </a:r>
          </a:p>
          <a:p>
            <a:r>
              <a:t>- Assertion hard-coded: tidak estimasi — angka pasti</a:t>
            </a:r>
          </a:p>
          <a:p>
            <a:r>
              <a:t>[DEEP EQUALITY]</a:t>
            </a:r>
          </a:p>
          <a:p>
            <a:r>
              <a:t>- reflect.DeepEqual(eagerResult, nPlusOneResult) → true</a:t>
            </a:r>
          </a:p>
          <a:p>
            <a:r>
              <a:t>- Batching tidak mengubah semantik data — hanya mengurangi I/O</a:t>
            </a:r>
          </a:p>
          <a:p>
            <a:r>
              <a:t>- Race detector: go test -race — lulus tanpa data race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Kompleksitas: O(N) → O(1) Query Count</a:t>
            </a:r>
          </a:p>
          <a:p/>
          <a:p>
            <a:r>
              <a:t>Mental Model: Query count complexity drops from O(N) to O(1) — the gap widens linearly.</a:t>
            </a:r>
          </a:p>
          <a:p/>
          <a:p>
            <a:r>
              <a:t>[GRAFIK KOMPLEKSITAS]</a:t>
            </a:r>
          </a:p>
          <a:p>
            <a:r>
              <a:t>- N=3:   N+1=4 query  | Eager=2 query</a:t>
            </a:r>
          </a:p>
          <a:p>
            <a:r>
              <a:t>- N=100: N+1=101 query | Eager=2 query</a:t>
            </a:r>
          </a:p>
          <a:p>
            <a:r>
              <a:t>- N=1K:  N+1=1001 query| Eager=2 query</a:t>
            </a:r>
          </a:p>
          <a:p>
            <a:r>
              <a:t>- N=10K: N+1=10001 query| Eager=2 query</a:t>
            </a:r>
          </a:p>
          <a:p>
            <a:r>
              <a:t>[ANALISIS O-NOTASI]</a:t>
            </a:r>
          </a:p>
          <a:p>
            <a:r>
              <a:t>- N+1: Jumlah query = O(N) relatif terhadap jumlah record</a:t>
            </a:r>
          </a:p>
          <a:p>
            <a:r>
              <a:t>- Eager: Jumlah query = O(1) — konstan, tidak bergantung pada N</a:t>
            </a:r>
          </a:p>
          <a:p>
            <a:r>
              <a:t>- Memory: O(N) keduanya — sama, hanya query saja yang berbeda</a:t>
            </a:r>
          </a:p>
          <a:p>
            <a:r>
              <a:t>[FACTOR KONSTAN]</a:t>
            </a:r>
          </a:p>
          <a:p>
            <a:r>
              <a:t>- Eager memiliki overhead memory untuk map building</a:t>
            </a:r>
          </a:p>
          <a:p>
            <a:r>
              <a:t>- Tetapi menghemat ribuan round-trip jaringan DB</a:t>
            </a:r>
          </a:p>
          <a:p>
            <a:r>
              <a:t>- Nilai tukar: memory vs latency — biasanya latency lebih mahal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N+1 di Luar Database: API &amp; GraphQL Resolvers</a:t>
            </a:r>
          </a:p>
          <a:p/>
          <a:p>
            <a:r>
              <a:t>Mental Model: N+1 is a pattern, not a layer — it happens wherever I/O runs inside a loop.</a:t>
            </a:r>
          </a:p>
          <a:p/>
          <a:p>
            <a:r>
              <a:t>[GRAPHQL N+1]</a:t>
            </a:r>
          </a:p>
          <a:p>
            <a:r>
              <a:t>- Resolver untuk posts(author) dipanggil per author</a:t>
            </a:r>
          </a:p>
          <a:p>
            <a:r>
              <a:t>- Setiap resolver = 1 HTTP request ke backend</a:t>
            </a:r>
          </a:p>
          <a:p>
            <a:r>
              <a:t>- Solusi standar: DataLoader (Facebook) — batch &amp; cache</a:t>
            </a:r>
          </a:p>
          <a:p>
            <a:r>
              <a:t>[HTTP MICROSERVICE N+1]</a:t>
            </a:r>
          </a:p>
          <a:p>
            <a:r>
              <a:t>- Endpoint mengembalikan 100 order, lalu fetch item per order</a:t>
            </a:r>
          </a:p>
          <a:p>
            <a:r>
              <a:t>- 100 HTTP request seril, latensi menumpuk</a:t>
            </a:r>
          </a:p>
          <a:p>
            <a:r>
              <a:t>- Solusi: batch endpoint /items?order_id=1,2,3,... atau aggregation service</a:t>
            </a:r>
          </a:p>
          <a:p>
            <a:r>
              <a:t>[POLA YANG SAMA]</a:t>
            </a:r>
          </a:p>
          <a:p>
            <a:r>
              <a:t>- Database: ORM lazy loading</a:t>
            </a:r>
          </a:p>
          <a:p>
            <a:r>
              <a:t>- HTTP: per-object request di dalam loop</a:t>
            </a:r>
          </a:p>
          <a:p>
            <a:r>
              <a:t>- GraphQL: per-field resolver di dalam list</a:t>
            </a:r>
          </a:p>
          <a:p>
            <a:r>
              <a:t>- Akar masalah: eksekusi I/O berulang di dalam iterasi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DataLoader: Request De-duplication &amp; Batching</a:t>
            </a:r>
          </a:p>
          <a:p/>
          <a:p>
            <a:r>
              <a:t>Mental Model: Batch and cache: collect requests across a tick, fire one call, cache per key.</a:t>
            </a:r>
          </a:p>
          <a:p/>
          <a:p>
            <a:r>
              <a:t>[DATA LOADER (GRAPHQL)]</a:t>
            </a:r>
          </a:p>
          <a:p>
            <a:r>
              <a:t>- Collect requests selama satu tick event loop</a:t>
            </a:r>
          </a:p>
          <a:p>
            <a:r>
              <a:t>- Batch semua request dengan key yang sama ke satu backend call</a:t>
            </a:r>
          </a:p>
          <a:p>
            <a:r>
              <a:t>- Cache hasil per key — request berulang tidak menghitung lagi</a:t>
            </a:r>
          </a:p>
          <a:p>
            <a:r>
              <a:t>[HTTP BATCHING EQUIVALENT]</a:t>
            </a:r>
          </a:p>
          <a:p>
            <a:r>
              <a:t>- Aggregate IDs, kirim satu request batch ke backend</a:t>
            </a:r>
          </a:p>
          <a:p>
            <a:r>
              <a:t>- Gunakan cache layer (Redis) untuk hasil yang relatif statis</a:t>
            </a:r>
          </a:p>
          <a:p>
            <a:r>
              <a:t>- Pattern ini sama dengan database batch query — konsep universal</a:t>
            </a:r>
          </a:p>
          <a:p>
            <a:r>
              <a:t>[KONEKSI KE LAB]</a:t>
            </a:r>
          </a:p>
          <a:p>
            <a:r>
              <a:t>- Lab ini: database-level batch via GetPostsByAuthorIDs</a:t>
            </a:r>
          </a:p>
          <a:p>
            <a:r>
              <a:t>- DataLoader: application-level batch via IN(...) equivalent</a:t>
            </a:r>
          </a:p>
          <a:p>
            <a:r>
              <a:t>- Kedua pola: kumpulkan, batch, satukan di memori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Bahaya Mapping-Level Eager Loading</a:t>
            </a:r>
          </a:p>
          <a:p/>
          <a:p>
            <a:r>
              <a:t>Mental Model: Eager at the mapping level loads everything everywhere — control loading per query.</a:t>
            </a:r>
          </a:p>
          <a:p/>
          <a:p>
            <a:r>
              <a:t>[MASALAH]</a:t>
            </a:r>
          </a:p>
          <a:p>
            <a:r>
              <a:t>- JPA FetchType.EAGER: memuat semua relasi otomatis di setiap query</a:t>
            </a:r>
          </a:p>
          <a:p>
            <a:r>
              <a:t>- Tidak ada kontrol selektif — over-fetching terjadi</a:t>
            </a:r>
          </a:p>
          <a:p>
            <a:r>
              <a:t>- Memory bloat: entitas tidak relevan ikut ter-load</a:t>
            </a:r>
          </a:p>
          <a:p>
            <a:r>
              <a:t>[PERBEDAAN KRITIS]</a:t>
            </a:r>
          </a:p>
          <a:p>
            <a:r>
              <a:t>- Mapping-level: deklaratif di class — selalu eager</a:t>
            </a:r>
          </a:p>
          <a:p>
            <a:r>
              <a:t>- Query-level: eksplisit per query — kontrol penuh</a:t>
            </a:r>
          </a:p>
          <a:p>
            <a:r>
              <a:t>- Lab ini mendemonstrasikan query-level — solusi yang benar</a:t>
            </a:r>
          </a:p>
          <a:p>
            <a:r>
              <a:t>[CONTOH JPA]</a:t>
            </a:r>
          </a:p>
          <a:p>
            <a:r>
              <a:t>- Entity Author dengan @OneToMany EAGER</a:t>
            </a:r>
          </a:p>
          <a:p>
            <a:r>
              <a:t>- Setiap kali query Author, semua Post ikut ter-load</a:t>
            </a:r>
          </a:p>
          <a:p>
            <a:r>
              <a:t>- Bayangkan: 100 author, masing-masing 1000 post = 100K post loaded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Trade-off: Cartesian Product Explosion</a:t>
            </a:r>
          </a:p>
          <a:p/>
          <a:p>
            <a:r>
              <a:t>Mental Model: JOIN-based eager loading causes cartesian explosion — prefer split/batch queries.</a:t>
            </a:r>
          </a:p>
          <a:p/>
          <a:p>
            <a:r>
              <a:t>[PHENOMENA]</a:t>
            </a:r>
          </a:p>
          <a:p>
            <a:r>
              <a:t>- Parent (1) JOIN Child (N) → hasil = 1 x N rows</a:t>
            </a:r>
          </a:p>
          <a:p>
            <a:r>
              <a:t>- Untuk 1 author dengan 50 post → 50 rows yang sama untuk author</a:t>
            </a:r>
          </a:p>
          <a:p>
            <a:r>
              <a:t>- Dengan multiple one-to-many → cartesian explosion paralel</a:t>
            </a:r>
          </a:p>
          <a:p>
            <a:r>
              <a:t>[IMPACT]</a:t>
            </a:r>
          </a:p>
          <a:p>
            <a:r>
              <a:t>- Network bandwidth: data yang dikirim jauh lebih besar</a:t>
            </a:r>
          </a:p>
          <a:p>
            <a:r>
              <a:t>- Memory: result set di aplikasi jauh lebih besar</a:t>
            </a:r>
          </a:p>
          <a:p>
            <a:r>
              <a:t>- CPU: parsing dan mapping hasil yang lebih lambat</a:t>
            </a:r>
          </a:p>
          <a:p>
            <a:r>
              <a:t>[SOLUSI ORM]</a:t>
            </a:r>
          </a:p>
          <a:p>
            <a:r>
              <a:t>- Django: prefetch_related() — gunakan query terpisah, join di Python</a:t>
            </a:r>
          </a:p>
          <a:p>
            <a:r>
              <a:t>- EF Core: split query — eksekusi query terpisah per relasi</a:t>
            </a:r>
          </a:p>
          <a:p>
            <a:r>
              <a:t>- SQLAlchemy: selectinload() — batch select, join di memori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Strategi Alternatif: Column Selection</a:t>
            </a:r>
          </a:p>
          <a:p/>
          <a:p>
            <a:r>
              <a:t>Mental Model: For scalars and counts, column selection beats eager loading of full entities.</a:t>
            </a:r>
          </a:p>
          <a:p/>
          <a:p>
            <a:r>
              <a:t>[PERBANDINGAN]</a:t>
            </a:r>
          </a:p>
          <a:p>
            <a:r>
              <a:t>- Eager loading penuh: SELECT * FROM posts WHERE ... + mapping</a:t>
            </a:r>
          </a:p>
          <a:p>
            <a:r>
              <a:t>- Column selection: SELECT title FROM posts WHERE ... + raw values</a:t>
            </a:r>
          </a:p>
          <a:p>
            <a:r>
              <a:t>- Jika hanya butuh judul atau counter — column selection jauh lebih efisien</a:t>
            </a:r>
          </a:p>
          <a:p>
            <a:r>
              <a:t>[API DI BEREBERAPA ORM]</a:t>
            </a:r>
          </a:p>
          <a:p>
            <a:r>
              <a:t>- Django: values('title'), withCount('posts')</a:t>
            </a:r>
          </a:p>
          <a:p>
            <a:r>
              <a:t>- Rails: pluck(:title), posts.count</a:t>
            </a:r>
          </a:p>
          <a:p>
            <a:r>
              <a:t>- Laravel: select('title')-&gt;withCount('posts')</a:t>
            </a:r>
          </a:p>
          <a:p>
            <a:r>
              <a:t>- EF Core: Select(p =&gt; p.Title), ToQueryString</a:t>
            </a:r>
          </a:p>
          <a:p>
            <a:r>
              <a:t>[MANFAAT]</a:t>
            </a:r>
          </a:p>
          <a:p>
            <a:r>
              <a:t>- Bandwidth: jauh lebih sedikit data dikirim</a:t>
            </a:r>
          </a:p>
          <a:p>
            <a:r>
              <a:t>- Memory: tidak perlu materialisasi entitas penuh</a:t>
            </a:r>
          </a:p>
          <a:p>
            <a:r>
              <a:t>- CPU: parsing lebih cepat — tidak perlu mapper ORM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Workflow Profiling-First</a:t>
            </a:r>
          </a:p>
          <a:p/>
          <a:p>
            <a:r>
              <a:t>Mental Model: Measure first, optimize second — query count profiling before duration.</a:t>
            </a:r>
          </a:p>
          <a:p/>
          <a:p>
            <a:r>
              <a:t>[TIGA LANGKAH]</a:t>
            </a:r>
          </a:p>
          <a:p>
            <a:r>
              <a:t>- 1. Ukur query count per request (bukan hanya durasi)</a:t>
            </a:r>
          </a:p>
          <a:p>
            <a:r>
              <a:t>- 2. Identifikasi pola N+1 (lazy loading di loop, per-object API call)</a:t>
            </a:r>
          </a:p>
          <a:p>
            <a:r>
              <a:t>- 3. Optimasi: batch eager loading, column selection, atau caching</a:t>
            </a:r>
          </a:p>
          <a:p>
            <a:r>
              <a:t>[TOOLING]</a:t>
            </a:r>
          </a:p>
          <a:p>
            <a:r>
              <a:t>- Django: django-nplusone, django-debug-toolbar</a:t>
            </a:r>
          </a:p>
          <a:p>
            <a:r>
              <a:t>- Rails: bullet gem</a:t>
            </a:r>
          </a:p>
          <a:p>
            <a:r>
              <a:t>- Laravel: beyondcode/laravel-query-detector</a:t>
            </a:r>
          </a:p>
          <a:p>
            <a:r>
              <a:t>- EF Core: Microsoft.Extensions.Logging + query tag</a:t>
            </a:r>
          </a:p>
          <a:p>
            <a:r>
              <a:t>[CI/CD INTEGRASI]</a:t>
            </a:r>
          </a:p>
          <a:p>
            <a:r>
              <a:t>- Query count test assertion di CI pipeline</a:t>
            </a:r>
          </a:p>
          <a:p>
            <a:r>
              <a:t>- Threshold maksimal query per endpoint</a:t>
            </a:r>
          </a:p>
          <a:p>
            <a:r>
              <a:t>- Strict loading mode untuk mencegah lazy loading tak disadari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Eager Loading di Berbagai ORM</a:t>
            </a:r>
          </a:p>
          <a:p/>
          <a:p>
            <a:r>
              <a:t>Mental Model: ORMs agree on the concept — split/batch to avoid cartesian explosion, JOIN to minimize queries.</a:t>
            </a:r>
          </a:p>
          <a:p/>
          <a:p>
            <a:r>
              <a:t>[TABEL PERBANDINGAN]</a:t>
            </a:r>
          </a:p>
          <a:p>
            <a:r>
              <a:t>- ORM        | Method                  | Type        | SQL</a:t>
            </a:r>
          </a:p>
          <a:p>
            <a:r>
              <a:t>- -----------|--------------------------|-------------|---------</a:t>
            </a:r>
          </a:p>
          <a:p>
            <a:r>
              <a:t>- Django     | select_related()         | JOIN        | 1 query</a:t>
            </a:r>
          </a:p>
          <a:p>
            <a:r>
              <a:t>- Django     | prefetch_related()       | Split       | 2 queries</a:t>
            </a:r>
          </a:p>
          <a:p>
            <a:r>
              <a:t>- Rails      | includes()               | Auto-switch | 1/2</a:t>
            </a:r>
          </a:p>
          <a:p>
            <a:r>
              <a:t>- Laravel    | with()                   | Split       | 2 queries</a:t>
            </a:r>
          </a:p>
          <a:p>
            <a:r>
              <a:t>- EF Core    | Include()                | JOIN        | 1 query</a:t>
            </a:r>
          </a:p>
          <a:p>
            <a:r>
              <a:t>- EF Core    | ThenInclude()            | JOIN        | 1 query</a:t>
            </a:r>
          </a:p>
          <a:p>
            <a:r>
              <a:t>[KUNCI PERBEDAAN]</a:t>
            </a:r>
          </a:p>
          <a:p>
            <a:r>
              <a:t>- select_related: JOIN — risiko cartesian explosion</a:t>
            </a:r>
          </a:p>
          <a:p>
            <a:r>
              <a:t>- prefetch_related: split query — aman dari explosion</a:t>
            </a:r>
          </a:p>
          <a:p>
            <a:r>
              <a:t>- includes: Rails memilih otomatis (smart)</a:t>
            </a:r>
          </a:p>
          <a:p>
            <a:r>
              <a:t>[KONEKSI KE LAB]</a:t>
            </a:r>
          </a:p>
          <a:p>
            <a:r>
              <a:t>- Lab ini: split query via GetPostsByAuthorIDs</a:t>
            </a:r>
          </a:p>
          <a:p>
            <a:r>
              <a:t>- Mapping ini setara dengan prefetch_related / split query</a:t>
            </a:r>
          </a:p>
          <a:p>
            <a:r>
              <a:t>- Bukan JOIN-based eager loading — menghindari cartesian explosion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Evaluasi: N+1 vs Eager Loading</a:t>
            </a:r>
          </a:p>
          <a:p/>
          <a:p>
            <a:r>
              <a:t>Mental Model: Trade intuition for correctness — eager batch wins on query count and stays O(1).</a:t>
            </a:r>
          </a:p>
          <a:p/>
          <a:p>
            <a:r>
              <a:t>[TABEL PERBANDINGAN]</a:t>
            </a:r>
          </a:p>
          <a:p>
            <a:r>
              <a:t>- Dimensi            | N+1 (Lazy)        | Eager (Batch)</a:t>
            </a:r>
          </a:p>
          <a:p>
            <a:r>
              <a:t>- -------------------|------------------|---------------</a:t>
            </a:r>
          </a:p>
          <a:p>
            <a:r>
              <a:t>- Jumlah query       | N+1              | 2</a:t>
            </a:r>
          </a:p>
          <a:p>
            <a:r>
              <a:t>- Skalabilitas       | Linear (O(N))    | Konstan (O(1))</a:t>
            </a:r>
          </a:p>
          <a:p>
            <a:r>
              <a:t>- Memory overhead    | Minimal          | Map building</a:t>
            </a:r>
          </a:p>
          <a:p>
            <a:r>
              <a:t>- Risk cartesian     | Tidak ada        | JOIN = ya (hindar)</a:t>
            </a:r>
          </a:p>
          <a:p>
            <a:r>
              <a:t>- Readability        | Intuitive        | Perlu pemahaman</a:t>
            </a:r>
          </a:p>
          <a:p>
            <a:r>
              <a:t>- Over-fetching      | Hanya per item   | Semua per satu</a:t>
            </a:r>
          </a:p>
          <a:p>
            <a:r>
              <a:t>[QUERY COUNT SUMMARY]</a:t>
            </a:r>
          </a:p>
          <a:p>
            <a:r>
              <a:t>- N=3:     N+1=4     | Eager=2</a:t>
            </a:r>
          </a:p>
          <a:p>
            <a:r>
              <a:t>- N=100:   N+1=101   | Eager=2</a:t>
            </a:r>
          </a:p>
          <a:p>
            <a:r>
              <a:t>- N=1000:  N+1=1001  | Eager=2</a:t>
            </a:r>
          </a:p>
          <a:p>
            <a:r>
              <a:t>- N=10000: N+1=10001 | Eager=2</a:t>
            </a:r>
          </a:p>
          <a:p>
            <a:r>
              <a:t>[REKOMENDASI]</a:t>
            </a:r>
          </a:p>
          <a:p>
            <a:r>
              <a:t>- Gunakan eager loading untuk data yang pasti dibutuhkan</a:t>
            </a:r>
          </a:p>
          <a:p>
            <a:r>
              <a:t>- Gunakan column selection untuk skalar/count</a:t>
            </a:r>
          </a:p>
          <a:p>
            <a:r>
              <a:t>- Gunakan lazy loading hanya untuk data opsional/relasional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Studi Kasus: GET /api/work-orders</a:t>
            </a:r>
          </a:p>
          <a:p/>
          <a:p>
            <a:r>
              <a:t>Mental Model: Dev data hides prod pain — assert query counts for every realistic data size.</a:t>
            </a:r>
          </a:p>
          <a:p/>
          <a:p>
            <a:r>
              <a:t>[SCENARIO AWAL]</a:t>
            </a:r>
          </a:p>
          <a:p>
            <a:r>
              <a:t>- Endpoint: GET /api/work-orders</a:t>
            </a:r>
          </a:p>
          <a:p>
            <a:r>
              <a:t>- Data uji dev: 5 work order, 1 item each = 6 query</a:t>
            </a:r>
          </a:p>
          <a:p>
            <a:r>
              <a:t>- Response time: &lt;10ms — terlihat cepat</a:t>
            </a:r>
          </a:p>
          <a:p>
            <a:r>
              <a:t>- Lolos deployment ke production</a:t>
            </a:r>
          </a:p>
          <a:p>
            <a:r>
              <a:t>[SCENARIO PRODUKSI]</a:t>
            </a:r>
          </a:p>
          <a:p>
            <a:r>
              <a:t>- Production: 100 work order, 5 item each</a:t>
            </a:r>
          </a:p>
          <a:p>
            <a:r>
              <a:t>- N+1: 1 + 100 = 101 query seril</a:t>
            </a:r>
          </a:p>
          <a:p>
            <a:r>
              <a:t>- Response time: 2.4 detik (ilustratif)</a:t>
            </a:r>
          </a:p>
          <a:p>
            <a:r>
              <a:t>- Connection pool exhausted — request pending</a:t>
            </a:r>
          </a:p>
          <a:p>
            <a:r>
              <a:t>[MITIGASI]</a:t>
            </a:r>
          </a:p>
          <a:p>
            <a:r>
              <a:t>- Batched query: WHERE work_order_id IN (...) → 2 query</a:t>
            </a:r>
          </a:p>
          <a:p>
            <a:r>
              <a:t>- Column selection: hanya ambil kolom yang perlu</a:t>
            </a:r>
          </a:p>
          <a:p>
            <a:r>
              <a:t>- Pagination: tidak load 100 work order sekaligus</a:t>
            </a:r>
          </a:p>
          <a:p>
            <a:r>
              <a:t>- Query count assertion di test — mencegah regresi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Checklist Audit Performa Data Access</a:t>
            </a:r>
          </a:p>
          <a:p/>
          <a:p>
            <a:r>
              <a:t>Mental Model: Nine checkpoints cover detection, batching, and prevention — assert query counts in CI.</a:t>
            </a:r>
          </a:p>
          <a:p/>
          <a:p>
            <a:r>
              <a:t>[CHECKLIST]</a:t>
            </a:r>
          </a:p>
          <a:p>
            <a:r>
              <a:t>- [ ] Profiling query count sebelum deploy</a:t>
            </a:r>
          </a:p>
          <a:p>
            <a:r>
              <a:t>- [ ] Audit lazy loading dalam loop — ganti ke batch/eager</a:t>
            </a:r>
          </a:p>
          <a:p>
            <a:r>
              <a:t>- [ ] Eager loading per-query, bukan per-mapping (hindari EAGER global)</a:t>
            </a:r>
          </a:p>
          <a:p>
            <a:r>
              <a:t>- [ ] Cek cartesian explosion pada relasi one-to-many/many-to-many</a:t>
            </a:r>
          </a:p>
          <a:p>
            <a:r>
              <a:t>- [ ] Gunakan column selection (pluck/values) untuk skalar</a:t>
            </a:r>
          </a:p>
          <a:p>
            <a:r>
              <a:t>- [ ] Pagination untuk hasil besar</a:t>
            </a:r>
          </a:p>
          <a:p>
            <a:r>
              <a:t>- [ ] Query count assertion di unit/integration test</a:t>
            </a:r>
          </a:p>
          <a:p>
            <a:r>
              <a:t>- [ ] Pertimbangkan strict loading mode</a:t>
            </a:r>
          </a:p>
          <a:p>
            <a:r>
              <a:t>- [ ] Query count test assertion di CI pipeline</a:t>
            </a:r>
          </a:p>
          <a:p>
            <a:r>
              <a:t>[ALAT BANTU]</a:t>
            </a:r>
          </a:p>
          <a:p>
            <a:r>
              <a:t>- django-nplusone — deteksi N+1 di Django</a:t>
            </a:r>
          </a:p>
          <a:p>
            <a:r>
              <a:t>- bullet gem — deteksi N+1 di Rails</a:t>
            </a:r>
          </a:p>
          <a:p>
            <a:r>
              <a:t>- laravel-query-detector — deteksi di Laravel</a:t>
            </a:r>
          </a:p>
          <a:p>
            <a:r>
              <a:t>- EF Core logging — tracking query patterns</a:t>
            </a:r>
          </a:p>
          <a:p>
            <a:r>
              <a:t>[PRINSIP]</a:t>
            </a:r>
          </a:p>
          <a:p>
            <a:r>
              <a:t>- Jika query count meningkat linear dengan N → ada N+1</a:t>
            </a:r>
          </a:p>
          <a:p>
            <a:r>
              <a:t>- Jika query count konstan → batching sudah tepat</a:t>
            </a:r>
          </a:p>
          <a:p>
            <a:r>
              <a:t>- Query count assertion = automated guardrail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Batasan Implementasi Lab 22</a:t>
            </a:r>
          </a:p>
          <a:p/>
          <a:p>
            <a:r>
              <a:t>Mental Model: This lab proves query-count reduction conceptually — real-world latency varies.</a:t>
            </a:r>
          </a:p>
          <a:p/>
          <a:p>
            <a:r>
              <a:t>[BATAS 1: IN-MEMORY MOCK STORE]</a:t>
            </a:r>
          </a:p>
          <a:p>
            <a:r>
              <a:t>- Store menggunakan slice in-memory, bukan database nyata</a:t>
            </a:r>
          </a:p>
          <a:p>
            <a:r>
              <a:t>- Query counter hanya counter — tidak ada latency jaringan nyata</a:t>
            </a:r>
          </a:p>
          <a:p>
            <a:r>
              <a:t>- Angka 4 query vs 2 query adalah verifikasi logik, bukan benchmark</a:t>
            </a:r>
          </a:p>
          <a:p>
            <a:r>
              <a:t>[BATAS 2: KONEKSI KE ORM]</a:t>
            </a:r>
          </a:p>
          <a:p>
            <a:r>
              <a:t>- Lab implementasi manual, bukan integrasi dengan Django/Rails/EF Core</a:t>
            </a:r>
          </a:p>
          <a:p>
            <a:r>
              <a:t>- API batch (GetPostsByAuthorIDs) merepresentasikan konsep IN(...)</a:t>
            </a:r>
          </a:p>
          <a:p>
            <a:r>
              <a:t>- ORM-level lazy vs eager loading tidak langsung ditunjukkan di sini</a:t>
            </a:r>
          </a:p>
          <a:p>
            <a:r>
              <a:t>[BATAS 3: ANGKA ILUSTRATIF]</a:t>
            </a:r>
          </a:p>
          <a:p>
            <a:r>
              <a:t>- Angka 2.4s pada studi kasus adalah angka ilustratif</a:t>
            </a:r>
          </a:p>
          <a:p>
            <a:r>
              <a:t>- Dataset hanya 3 author — produksi bisa ribuan</a:t>
            </a:r>
          </a:p>
          <a:p>
            <a:r>
              <a:t>- Lab membuktikan konsep query count, bukan performa absolut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Prinsip Desain Akses Data yang Benar</a:t>
            </a:r>
          </a:p>
          <a:p/>
          <a:p>
            <a:r>
              <a:t>Mental Model: Three principles: measure first, batch not loop, select only what you need.</a:t>
            </a:r>
          </a:p>
          <a:p/>
          <a:p>
            <a:r>
              <a:t>[PRINSIP 1: PROFILING- FIRST]</a:t>
            </a:r>
          </a:p>
          <a:p>
            <a:r>
              <a:t>- Hitung query count sebelum optimasi</a:t>
            </a:r>
          </a:p>
          <a:p>
            <a:r>
              <a:t>- Tooling: ORM query logger, APM, slow query analysis</a:t>
            </a:r>
          </a:p>
          <a:p>
            <a:r>
              <a:t>- CI/CD: query count threshold assertion</a:t>
            </a:r>
          </a:p>
          <a:p>
            <a:r>
              <a:t>[PRINSIP 2: BATCH, JANGAN LOOP]</a:t>
            </a:r>
          </a:p>
          <a:p>
            <a:r>
              <a:t>- Kumpulkan ID → satu query IN(...) → join di memori</a:t>
            </a:r>
          </a:p>
          <a:p>
            <a:r>
              <a:t>- Pola ini universal: database, HTTP, GraphQL</a:t>
            </a:r>
          </a:p>
          <a:p>
            <a:r>
              <a:t>- Query-level eager loading — kontrol per query</a:t>
            </a:r>
          </a:p>
          <a:p>
            <a:r>
              <a:t>[PRINSIP 3: PILIH KOLOM YANG DIPERLUKAN]</a:t>
            </a:r>
          </a:p>
          <a:p>
            <a:r>
              <a:t>- select/pluck/values/withCount — ambil skalar</a:t>
            </a:r>
          </a:p>
          <a:p>
            <a:r>
              <a:t>- Hindari materialisasi entitas penuh jika tidak dipakai</a:t>
            </a:r>
          </a:p>
          <a:p>
            <a:r>
              <a:t>- Reduksi bandwidth, memory, dan CPU parsing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Ringkasan Lab 22</a:t>
            </a:r>
          </a:p>
          <a:p/>
          <a:p>
            <a:r>
              <a:t>Mental Model: N+1 is a pattern, not a layer — batch all IDs into ONE query, assert count in tests.</a:t>
            </a:r>
          </a:p>
          <a:p/>
          <a:p>
            <a:r>
              <a:t>[KEY RESULTS]</a:t>
            </a:r>
          </a:p>
          <a:p>
            <a:r>
              <a:t>- N+1: 1 + N query (linear dengan record count)</a:t>
            </a:r>
          </a:p>
          <a:p>
            <a:r>
              <a:t>- Eager: 2 query (konstan, terlepas dari N)</a:t>
            </a:r>
          </a:p>
          <a:p>
            <a:r>
              <a:t>- Test assertion: query count verified, deep equality confirmed</a:t>
            </a:r>
          </a:p>
          <a:p>
            <a:r>
              <a:t>[MENTAL MODEL]</a:t>
            </a:r>
          </a:p>
          <a:p>
            <a:r>
              <a:t>- N+1 is a pattern, not a layer — it strikes wherever I/O runs in a loop.</a:t>
            </a:r>
          </a:p>
          <a:p>
            <a:r>
              <a:t>- Batch all related identifiers into a single IN(...) query.</a:t>
            </a:r>
          </a:p>
          <a:p>
            <a:r>
              <a:t>- Assert query counts in unit tests — guardrails don't regress silently.</a:t>
            </a:r>
          </a:p>
          <a:p>
            <a:r>
              <a:t>[RESOURCES]</a:t>
            </a:r>
          </a:p>
          <a:p>
            <a:r>
              <a:t>- Repository: https://github.com/lukman-ss/software-engineering-lab/tree/main/labs/22-n-plus-one-query-problem</a:t>
            </a:r>
          </a:p>
          <a:p>
            <a:r>
              <a:t>- Commit SHA: 6649acb946725e993e78f99ec47833a5498cc870</a:t>
            </a:r>
          </a:p>
          <a:p>
            <a:r>
              <a:t>- Run demo: go run ./cmd/demo</a:t>
            </a:r>
          </a:p>
          <a:p>
            <a:r>
              <a:t>- Run tests: go test -v -race ./...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N+1 Query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Batching Relasi Data untuk Eliminasi Latensi Tersembunyi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10362895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087F76"/>
                </a:solidFill>
                <a:latin typeface="Courier New"/>
              </a:defRPr>
            </a:pPr>
            <a:r>
              <a:t>&gt; system_check --lab 22 --topic 'n-plus-one-query-problem'</a:t>
            </a:r>
            <a:br/>
            <a:r>
              <a:t>&gt; author: Lukman / lukman-ss | status: PRODUCTION VERIFIED</a:t>
            </a:r>
            <a:br/>
            <a:r>
              <a:t>&gt; commit: 6649acb9 | tests: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N+1 Query Problem: Anti-Pattern Latensi Tersembunyi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Satu query untuk mengambil koleksi, lalu N query terpisah untuk setiap item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MOTIVASI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N+1 adalah masalah 'invisible until it hurts' — berfungsi sempurna pada data uji kecil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Setiap query individu terlihat cepat (&lt;1ms), sehingga lolos dari slow query logs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Degradasi performa akumuler: request yang harus 200ms justru butuh 2.4 detik di produksi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KONSEP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Anti-pattern N+1: 1 query induk + N query anak per item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Kompleksitas menjadi O(N) relatif terhadap jumlah record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Sering terjadi di ORM lazy loading default dan GraphQL resolvers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STUDI KASUS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GET /api/work-orders: 100 work order, 5 item tiapnya =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: 101 query (1 + 100) vs 2 query (batching)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Pada data uji 5 work order: hanya 6 query — tidak terlihat masalahnya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N+1 is invisible until it hurts. Batch related queries, don't loop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labs/22-n-plus-one-query-problem/README.md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Anatomi N+1: 1 + N = N+1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Loop-driven retrieval memicu eksekusi query berulang di dalam iterasi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ALUR EKSEKUSI N+1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 #1: GetAllAuthors() → mengembalikan 3 author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Loop iterasi ke-1: GetPostsByAuthorID(1) → Query #2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Loop iterasi ke-2: GetPostsByAuthorID(2) → Query #3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Loop iterasi ke-3: GetPostsByAuthorID(3) → Query #4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Total: 4 query (1 + N di mana N=3)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KODE ANTI-PATTERN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authors := store.GetAllAuthors()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for _, author := range authors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posts := store.GetPostsByAuthorID(author.ID)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SKALA NYATA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N=1000 author, query count = 1001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N=10000 author, query count = 10001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Linear scaling dengan jumlah record — tidak berkelakuan baik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Each item in a loop triggers its own query — batch before you iterate.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labs/22-n-plus-one-query-problem/internal/blog/repository.go:13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Titik Buta: Slow Query Log Gagal Mendeteksi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Query individu terlihat sempurna, tapi akumulasi menyebabkan bottleneck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MENGAPA LOLOS DETEKSI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Slow query log hanya menandai query dengan durasi &gt; threshold (mis. 1s)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 N+1 masing-masing &lt;1ms, kecil di atas kertas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Akumulasi N query kecil menghasilkan total latency besar — invisible dalam log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CONTOH PUKUL KETIKA PRODUKSI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Development: 3 author, 4 query → &lt;5ms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Production: 500 author, 501 query → 2.4s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Slow query log melaporkan 0 query lambat — semuanya cepat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DETEKSI YANG BENAR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 count profiling, bukan hanya durasi individual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ORM-level query logger (mis. Django nplusone)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Instrumentation APM yang mengobservasi pola query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Fast individual queries can mask slow aggregate performance.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labs/22-n-plus-one-query-problem/content/01-content-brief.md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Mengapa N+1 Lolos ke Produksi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Tiga faktor struktural: data uji kecil, optimisasi prematur, profiling kurang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FAKTOR 1: DATA UJI KECIL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Lab &amp; staging memakai data sample 3-5 record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4 query terlihat cepat — tidak ada bottleneck yang terlihat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Prinsip 'works on my machine' menyebabkan kegagalan skalasi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FAKTOR 2: ORM DEFAULT LAZY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Django: lazy loading default untuk relasi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Rails: lazy loading default untuk association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EF Core: lazy loading proxy (opsional tapi sering diaktifkan)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FAKTOR 3: PROFILING TIDAK STANDAR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 count tidak diukur sebagai metrik CI/CD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Fokus pada duration, bukan volume per request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ada test assertion untuk jumlah query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Small test data hides linear degradation — profile volume, not just speed.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Arsitektur Lab 22: Tiga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Pisahan Store (mock DB), Repository (data access), Demo (CLI runner)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LAYER STRUKTUR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Store: Internal/blog/store.go — mock database + query counter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Repository: internal/blog/repository.go — dua strategi (naive vs eager)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Demo: cmd/demo/main.go — CLI runner yang mencetak statistik 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THREAD SAFETY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Store menggunakan sync.Mutex untuk query counter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 count increment thread-safe — valid untuk concurrent test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Race detector lolos tanpa data race (go test -race)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VERIFIKASI KWANTITATIF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 counter bukan estimasi — angka pasti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 assertion: N+1=4 query, Eager=2 query (hard-coded)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Deep equality check: reflect.DeepEqual(eager, nplus1)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Make query counts measurable so assertions are exact, not estimated.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labs/22-n-plus-one-query-problem/internal/blog/store.go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Implementasi Naif: Lazy Loading per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GetPostsByAuthorID dipanggil di dalam loop — masing-masing menghasilkan satu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REPOSITORY N+1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authors := r.store.GetAllAuthors()  // Query #1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for _, author := range authors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posts := r.store.GetPostsByAuthorID(author.ID) // Query #2,#3,#4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result = append(result, AuthorWithPosts{...})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STORE QUERY COUNT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GetAllAuthors(): queryCount++ → 1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GetPostsByAuthorID(id): queryCount++ per panggilan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3 author → 3 pemanggilan → 3 query tambahan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Total akumulasi: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KARAKTERISTIK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Intuisi kode natural / readable — ini yang membuatnya sulit diketahui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Mirip dengan ORM lazy loading default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Sering ditulis oleh developer junior yang belum sadar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Lazy loading in a loop multiplies query count — batch before iterating.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labs/22-n-plus-one-query-problem/internal/blog/repository.go:13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Solusi Eager Loading: Batch &amp; Memory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Kumpulkan semua ID, satu query IN(...), kelompokkan di memori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REPOSITORY EAGER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authors := r.store.GetAllAuthors()  // Query #1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ids := extractAuthorIDs(authors)    // slice [1,2,3]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allPosts := r.store.GetPostsByAuthorIDs(ids)  // Query #2 batch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groupByAuthor(allPosts) → map[int][]Post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Build final result from 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STORE BATCH METHOD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GetPostsByAuthorIDs(authorIDs []int):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idMap := make(map[int]bool)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for _, id := range authorIDs { idMap[id] = true }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return posts where idMap[post.AuthorID]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queryCount++ once — satu query untuk semua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HASIL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Total query: 2 (1 untuk author + 1 untuk batch post)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Terlepas dari berapa banyak author — selalu 2 query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 hasil identik dengan N+1 (verified via DeepEqual)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Collect all IDs, fetch in one IN(...) batch, join in memory — O(1) queries.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labs/22-n-plus-one-query-problem/internal/blog/repository.go:32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Eksekusi Demo: Bukti Kuantitatif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Output CLI: query count dan jumlah record yang dimuat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DEMO OUTPUT — N+1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--- Simulating N+1 Query Problem ---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Loaded 3 authors with their posts.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Total queries executed: 4 (1 for authors + 3 for posts)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DEMO OUTPUT — EAGER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--- Simulating Eager Loading (Batching) ---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Loaded 3 authors with their posts.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Total queries executed: 2 (1 for authors + 1 batched query)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INTERPRETASI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N+1: query count = N+1 (bergantung pada jumlah record)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Eager: query count = 2 (konstan, tidak bergantung pada N)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Pada N=1000: N+1=1001 query vs Eager=2 query — perbedaan 999 query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Constant 2 queries beats N+1, and the gap widens linearly with 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labs/22-n-plus-one-query-problem/cmd/demo/main.go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Unit Test: Assert Kuantitatif Query 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Deep equality &amp; query assertion mencegah regresi secara otomatis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TEST RESULTS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=== RUN   TestGetAuthorsWithPostsNPlusOne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--- PASS: TestGetAuthorsWithPostsNPlusOne (0.00s)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=== RUN   TestGetAuthorsWithPostsEager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--- PASS: TestGetAuthorsWithPostsEager (0.00s)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=== RUN   TestEmptyStore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--- PASS: TestEmptyStore (0.00s)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PASS — 4/4 test cases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ASSERTI QUERY COUNT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N+1: queryCount == 4 (1 + N, di mana N=3)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Eager: queryCount == 2 (1 + 1 batch)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Assertion hard-coded: tidak estimasi — angka pasti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DEEP EQUALITY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reflect.DeepEqual(eagerResult, nPlusOneResult) → true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Batching tidak mengubah semantik data — hanya mengurangi I/O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Race detector: go test -race — lulus tanpa data race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Assert exact query counts in unit tests to prevent N+1 regressions.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labs/22-n-plus-one-query-problem/internal/blog/repository_test.go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Kompleksitas: O(N) → O(1) Query 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Grafik query count vs jumlah record: linear vs konstan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GRAFIK KOMPLEKSITAS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N=3:   N+1=4 query  | Eager=2 query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N=100: N+1=101 query | Eager=2 query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N=1K:  N+1=1001 query| Eager=2 query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N=10K: N+1=10001 query| Eager=2 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ANALISIS O-NOTASI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N+1: Jumlah query = O(N) relatif terhadap jumlah record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Eager: Jumlah query = O(1) — konstan, tidak bergantung pada 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Memory: O(N) keduanya — sama, hanya query saja yang berbeda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FACTOR KONSTAN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Eager memiliki overhead memory untuk map building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Tetapi menghemat ribuan round-trip jaringan DB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Nilai tukar: memory vs latency — biasanya latency lebih mahal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Query count complexity drops from O(N) to O(1) — the gap widens linearly.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labs/22-n-plus-one-query-problem/content/05-key-takeaways.md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N+1 di Luar Database: API &amp; GraphQL Resolvers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Pola yang sama muncul pada HTTP calls dan GraphQL field resolvers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GRAPHQL N+1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Resolver untuk posts(author) dipanggil per author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Setiap resolver = 1 HTTP request ke backend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Solusi standar: DataLoader (Facebook) — batch &amp;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HTTP MICROSERVICE N+1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Endpoint mengembalikan 100 order, lalu fetch item per order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100 HTTP request seril, latensi menumpuk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Solusi: batch endpoint /items?order_id=1,2,3,... atau aggregation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POLA YANG SAMA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Database: ORM lazy loading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HTTP: per-object request di dalam loop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GraphQL: per-field resolver di dalam list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Akar masalah: eksekusi I/O berulang di dalam iterasi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N+1 is a pattern, not a layer — it happens wherever I/O runs inside a loop.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labs/22-n-plus-one-query-problem/content/05-key-takeaways.md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DataLoader: Request De-duplication &amp; Batching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Pola batching di level aplikasi untuk GraphQL dan HTTP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DATA LOADER (GRAPHQL)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Collect requests selama satu tick event loop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Batch semua request dengan key yang sama ke satu backend call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Cache hasil per key — request berulang tidak menghitung lagi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HTTP BATCHING EQUIVALENT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Aggregate IDs, kirim satu request batch ke backend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Gunakan cache layer (Redis) untuk hasil yang relatif statis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Pattern ini sama dengan database batch query — konsep universal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KONEKSI KE LAB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Lab ini: database-level batch via GetPostsByAuthorIDs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DataLoader: application-level batch via IN(...) equivalent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Kedua pola: kumpulkan, batch, satukan di memori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Batch and cache: collect requests across a tick, fire one call, cache per key.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labs/22-n-plus-one-query-problem/content/05-key-takeaways.md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Bahaya Mapping-Level Eager Loading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FetchType.EAGER dan semacamnya memuat semua relasi — memory bloat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MASALAH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JPA FetchType.EAGER: memuat semua relasi otomatis di setiap query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ada kontrol selektif — over-fetching terjadi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Memory bloat: entitas tidak relevan ikut ter-load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PERBEDAAN KRITIS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Mapping-level: deklaratif di class — selalu eager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Query-level: eksplisit per query — kontrol penuh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Lab ini mendemonstrasikan query-level — solusi yang benar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CONTOH JPA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Entity Author dengan @OneToMany EAGER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Setiap kali query Author, semua Post ikut ter-load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Bayangkan: 100 author, masing-masing 1000 post = 100K post loaded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Eager at the mapping level loads everything everywhere — control loading per query.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Trade-off: Cartesian Product Explosion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Eager loading via JOIN menyebabkan hasil dikali jumlah child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PHENOMENA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Parent (1) JOIN Child (N) → hasil = 1 x N rows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Untuk 1 author dengan 50 post → 50 rows yang sama untuk author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Dengan multiple one-to-many → cartesian explosion paralel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IMPACT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Network bandwidth: data yang dikirim jauh lebih besar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Memory: result set di aplikasi jauh lebih besar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CPU: parsing dan mapping hasil yang lebih lambat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SOLUSI ORM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Django: prefetch_related() — gunakan query terpisah, join di Python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EF Core: split query — eksekusi query terpisah per relasi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SQLAlchemy: selectinload() — batch select, join di memori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JOIN-based eager loading causes cartesian explosion — prefer split/batch queries.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labs/22-n-plus-one-query-problem/content/05-key-takeaways.md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Strategi Alternatif: Column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select/pluck/values/withCount — ambil skalar, bukan entitas penuh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PERBANDINGAN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Eager loading penuh: SELECT * FROM posts WHERE ... + mapping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Column selection: SELECT title FROM posts WHERE ... + raw values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hanya butuh judul atau counter — column selection jauh lebih efisien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API DI BEREBERAPA ORM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Django: values('title'), withCount('posts')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Rails: pluck(:title), posts.count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Laravel: select('title')-&gt;withCount('posts')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EF Core: Select(p =&gt; p.Title), ToQueryString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MANFAAT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Bandwidth: jauh lebih sedikit data dikirim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Memory: tidak perlu materialisasi entitas penuh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CPU: parsing lebih cepat — tidak perlu mapper 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For scalars and counts, column selection beats eager loading of full entities.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labs/22-n-plus-one-query-problem/content/05-key-takeaways.md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Workflow Profiling-First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Langkah demi langkah: ukur → identifikasi → optimasi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TIGA LANGKAH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1. Ukur query count per request (bukan hanya durasi)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2. Identifikasi pola N+1 (lazy loading di loop, per-object API call)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3. Optimasi: batch eager loading, column selection, atau caching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TOOLING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Django: django-nplusone, django-debug-toolbar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Rails: bullet gem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Laravel: beyondcode/laravel-query-detector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EF Core: Microsoft.Extensions.Logging + query tag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CI/CD INTEGRASI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 count test assertion di CI pipeline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Threshold maksimal query per endpoint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Strict loading mode untuk mencegah lazy loading tak disadari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Measure first, optimize second — query count profiling before duration.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labs/22-n-plus-one-query-problem/content/05-key-takeaways.md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Eager Loading di Berbagai 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API naming berbeda, konsep dasar sama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TABEL PERBANDINGAN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ORM        | Method                  | Type        | SQL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-----------|--------------------------|-------------|---------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Django     | select_related()         | JOIN        | 1 query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Django     | prefetch_related()       | Split       | 2 queries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Rails      | includes()               | Auto-switch | 1/2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Laravel    | with()                   | Split       | 2 queries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EF Core    | Include()                | JOIN        | 1 query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EF Core    | ThenInclude()            | JOIN        | 1 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KUNCI PERBEDAAN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select_related: JOIN — risiko cartesian explosion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prefetch_related: split query — aman dari explosion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includes: Rails memilih otomatis (smart)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KONEKSI KE LAB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Lab ini: split query via GetPostsByAuthorIDs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Mapping ini setara dengan prefetch_related / split query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Bukan JOIN-based eager loading — menghindari cartesian explosion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ORMs agree on the concept — split/batch to avoid cartesian explosion, JOIN to minimize queries.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Evaluasi: N+1 vs Eager Loading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Perbandingan kuantitatif dan kualitatif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TABEL PERBANDINGAN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Dimensi            | N+1 (Lazy)        | Eager (Batch)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-------------------|------------------|---------------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Jumlah query       | N+1              | 2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Skalabilitas       | Linear (O(N))    | Konstan (O(1))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Memory overhead    | Minimal          | Map building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Risk cartesian     | Tidak ada        | JOIN = ya (hindar)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Readability        | Intuitive        | Perlu pemahaman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Over-fetching      | Hanya per item   | Semua per satu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QUERY COUNT SUMMARY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N=3:     N+1=4     | Eager=2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N=100:   N+1=101   | Eager=2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N=1000:  N+1=1001  | Eager=2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N=10000: N+1=10001 | Eager=2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REKOMENDASI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Gunakan eager loading untuk data yang pasti dibutuhkan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Gunakan column selection untuk skalar/count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Gunakan lazy loading hanya untuk data opsional/relasional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Trade intuition for correctness — eager batch wins on query count and stays O(1).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labs/22-n-plus-one-query-problem/internal/blog/repository.go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Studi Kasus: GET /api/work-orders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Dari 6 query di dev menjadi 101 di prod — kisah nyata N+1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SCENARIO AWAL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Endpoint: GET /api/work-orders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 uji dev: 5 work order, 1 item each = 6 query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Response time: &lt;10ms — terlihat cepat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Lolos deployment ke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SCENARIO PRODUKSI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Production: 100 work order, 5 item each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N+1: 1 + 100 = 101 query seril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Response time: 2.4 detik (ilustratif)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Connection pool exhausted — request pending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MITIGASI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Batched query: WHERE work_order_id IN (...) → 2 query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Column selection: hanya ambil kolom yang perlu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Pagination: tidak load 100 work order sekaligus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 count assertion di test — mencegah regresi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Dev data hides prod pain — assert query counts for every realistic data size.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Checklist Audit Performa Data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9 poin verifikasi sebelum deploy ke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CHECKLIST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Profiling query count sebelum deploy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Audit lazy loading dalam loop — ganti ke batch/eager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Eager loading per-query, bukan per-mapping (hindari EAGER global)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Cek cartesian explosion pada relasi one-to-many/many-to-many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Gunakan column selection (pluck/values) untuk skalar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Pagination untuk hasil besar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Query count assertion di unit/integration test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Pertimbangkan strict loading mode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Query count test assertion di CI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ALAT BANTU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django-nplusone — deteksi N+1 di Django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bullet gem — deteksi N+1 di Rails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laravel-query-detector — deteksi di Laravel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EF Core logging — tracking query patterns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PRINSIP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query count meningkat linear dengan N → ada N+1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query count konstan → batching sudah tepat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 count assertion = automated guardrail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Nine checkpoints cover detection, batching, and prevention — assert query counts in CI.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Batasan Implementasi Lab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Lab ini adalah simulasi konseptual — bukan produksi database asli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BATAS 1: IN-MEMORY MOCK STORE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Store menggunakan slice in-memory, bukan database nyata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 counter hanya counter — tidak ada latency jaringan nyata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Angka 4 query vs 2 query adalah verifikasi logik, bukan benchmark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BATAS 2: KONEKSI KE ORM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Lab implementasi manual, bukan integrasi dengan Django/Rails/EF Core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API batch (GetPostsByAuthorIDs) merepresentasikan konsep IN(...)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ORM-level lazy vs eager loading tidak langsung ditunjukkan di sini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BATAS 3: ANGKA ILUSTRATIF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Angka 2.4s pada studi kasus adalah angka ilustratif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Dataset hanya 3 author — produksi bisa ribuan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Lab membuktikan konsep query count, bukan performa absolut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This lab proves query-count reduction conceptually — real-world latency varies.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labs/22-n-plus-one-query-problem/content/01-content-brief.md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Prinsip Desain Akses Data yang Benar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Tiga prinsip dasar mencegah N+1 secara sistematis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PRINSIP 1: PROFILING- FIRST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Hitung query count sebelum optimasi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Tooling: ORM query logger, APM, slow query analysis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CI/CD: query count threshold assertion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PRINSIP 2: BATCH, JANGAN LOOP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Kumpulkan ID → satu query IN(...) → join di memori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Pola ini universal: database, HTTP, GraphQL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Query-level eager loading — kontrol per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PRINSIP 3: PILIH KOLOM YANG DIPERLUKAN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select/pluck/values/withCount — ambil skalar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Hindari materialisasi entitas penuh jika tidak dipakai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Reduksi bandwidth, memory, dan CPU parsing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Three principles: measure first, batch not loop, select only what you need.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labs/22-n-plus-one-query-problem/content/02-master-draft.md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22 RINGKASAN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Ringkasan Lab 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3200400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87F76"/>
                </a:solidFill>
              </a:defRPr>
            </a:pPr>
            <a:r>
              <a:t>KEY RESULTS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N+1: 1 + N query (linear dengan record count)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Eager: 2 query (konstan, terlepas dari N)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Test assertion: query count verified, deep equality confirmed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194560"/>
            <a:ext cx="3200400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87F76"/>
                </a:solidFill>
              </a:defRPr>
            </a:pPr>
            <a:r>
              <a:t>MENTAL MODEL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N+1 is a pattern, not a layer — it strikes wherever I/O runs in a loop.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Batch all related identifiers into a single IN(...) query.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Assert query counts in unit tests — guardrails don't regress silently.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200400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87F76"/>
                </a:solidFill>
              </a:defRPr>
            </a:pPr>
            <a:r>
              <a:t>RESOURCES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Repository: https://github.com/lukman-ss/software-engineering-lab/tree/main/labs/22-n-plus-one-query-problem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Commit SHA: 6649acb946725e993e78f99ec47833a5498cc870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Run demo: go run ./cmd/demo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Run tests: go test -v -race ./...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N+1 is a pattern, not a layer — batch all IDs into ONE query, assert count in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