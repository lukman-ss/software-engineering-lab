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Cover slide untuk Software Engineering Lab 22: N+1 Query Problem. Memperkenalkan masalah N+1 query dan eager loading sebagai teknik optimasi akses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N+1 Query Problem: Anti-Pattern Latensi Tersembunyi.</a:t>
            </a:r>
          </a:p>
          <a:p>
            <a:r>
              <a:t>Fokus: Satu query untuk mengambil koleksi, lalu N query terpisah untuk setiap item.</a:t>
            </a:r>
          </a:p>
          <a:p>
            <a:r>
              <a:t>Mental model: N+1 is invisible until it hurts. Batch related queries, don't loop them..</a:t>
            </a:r>
          </a:p>
          <a:p>
            <a:r>
              <a:t>Sumber implementasi: labs/22-n-plus-one-query-problem/README.md.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Anatomi N+1: 1 + N = N+1.</a:t>
            </a:r>
          </a:p>
          <a:p>
            <a:r>
              <a:t>Fokus: Loop-driven retrieval memicu eksekusi query berulang di dalam iterasi.</a:t>
            </a:r>
          </a:p>
          <a:p>
            <a:r>
              <a:t>Mental model: Each item in a loop triggers its own query — batch before you iterate..</a:t>
            </a:r>
          </a:p>
          <a:p>
            <a:r>
              <a:t>Sumber implementasi: labs/22-n-plus-one-query-problem/internal/blog/repository.go:13.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Titik Buta: Slow Query Log Gagal Mendeteksi.</a:t>
            </a:r>
          </a:p>
          <a:p>
            <a:r>
              <a:t>Fokus: Query individu terlihat sempurna, tapi akumulasi menyebabkan bottleneck.</a:t>
            </a:r>
          </a:p>
          <a:p>
            <a:r>
              <a:t>Mental model: Fast individual queries can mask slow aggregate performance..</a:t>
            </a:r>
          </a:p>
          <a:p>
            <a:r>
              <a:t>Sumber implementasi: labs/22-n-plus-one-query-problem/content/01-content-brief.md.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Mengapa N+1 Lolos ke Produksi.</a:t>
            </a:r>
          </a:p>
          <a:p>
            <a:r>
              <a:t>Fokus: Tiga faktor struktural: data uji kecil, optimisasi prematur, profiling kurang.</a:t>
            </a:r>
          </a:p>
          <a:p>
            <a:r>
              <a:t>Mental model: Small test data hides linear degradation — profile volume, not just speed..</a:t>
            </a:r>
          </a:p>
          <a:p>
            <a:r>
              <a:t>Sumber implementasi: labs/22-n-plus-one-query-problem/content/02-master-draft.md.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Arsitektur Lab 22: Tiga Layer.</a:t>
            </a:r>
          </a:p>
          <a:p>
            <a:r>
              <a:t>Fokus: Pisahan Store (mock DB), Repository (data access), Demo (CLI runner).</a:t>
            </a:r>
          </a:p>
          <a:p>
            <a:r>
              <a:t>Mental model: Make query counts measurable so assertions are exact, not estimated..</a:t>
            </a:r>
          </a:p>
          <a:p>
            <a:r>
              <a:t>Sumber implementasi: labs/22-n-plus-one-query-problem/internal/blog/store.go.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Implementasi Naif: Lazy Loading per Item.</a:t>
            </a:r>
          </a:p>
          <a:p>
            <a:r>
              <a:t>Fokus: GetPostsByAuthorID dipanggil di dalam loop — masing-masing menghasilkan satu query.</a:t>
            </a:r>
          </a:p>
          <a:p>
            <a:r>
              <a:t>Mental model: Lazy loading in a loop multiplies query count — batch before iterating..</a:t>
            </a:r>
          </a:p>
          <a:p>
            <a:r>
              <a:t>Sumber implementasi: labs/22-n-plus-one-query-problem/internal/blog/repository.go:13.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Solusi Eager Loading: Batch &amp; Memory Map.</a:t>
            </a:r>
          </a:p>
          <a:p>
            <a:r>
              <a:t>Fokus: Kumpulkan semua ID, satu query IN(...), kelompokkan di memori.</a:t>
            </a:r>
          </a:p>
          <a:p>
            <a:r>
              <a:t>Mental model: Collect all IDs, fetch in one IN(...) batch, join in memory — O(1) queries..</a:t>
            </a:r>
          </a:p>
          <a:p>
            <a:r>
              <a:t>Sumber implementasi: labs/22-n-plus-one-query-problem/internal/blog/repository.go:32.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Eksekusi Demo: Bukti Kuantitatif.</a:t>
            </a:r>
          </a:p>
          <a:p>
            <a:r>
              <a:t>Fokus: Output CLI: query count dan jumlah record yang dimuat.</a:t>
            </a:r>
          </a:p>
          <a:p>
            <a:r>
              <a:t>Mental model: Constant 2 queries beats N+1, and the gap widens linearly with N..</a:t>
            </a:r>
          </a:p>
          <a:p>
            <a:r>
              <a:t>Sumber implementasi: labs/22-n-plus-one-query-problem/cmd/demo/main.go.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Unit Test: Assert Kuantitatif Query Count.</a:t>
            </a:r>
          </a:p>
          <a:p>
            <a:r>
              <a:t>Fokus: Deep equality &amp; query assertion mencegah regresi secara otomatis.</a:t>
            </a:r>
          </a:p>
          <a:p>
            <a:r>
              <a:t>Mental model: Assert exact query counts in unit tests to prevent N+1 regressions..</a:t>
            </a:r>
          </a:p>
          <a:p>
            <a:r>
              <a:t>Sumber implementasi: labs/22-n-plus-one-query-problem/internal/blog/repository_test.go.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Kompleksitas: O(N) → O(1) Query Count.</a:t>
            </a:r>
          </a:p>
          <a:p>
            <a:r>
              <a:t>Fokus: Grafik query count vs jumlah record: linear vs konstan.</a:t>
            </a:r>
          </a:p>
          <a:p>
            <a:r>
              <a:t>Mental model: Query count complexity drops from O(N) to O(1) — the gap widens linearly..</a:t>
            </a:r>
          </a:p>
          <a:p>
            <a:r>
              <a:t>Sumber implementasi: labs/22-n-plus-one-query-problem/content/05-key-takeaways.md.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N+1 di Luar Database: API &amp; GraphQL Resolvers.</a:t>
            </a:r>
          </a:p>
          <a:p>
            <a:r>
              <a:t>Fokus: Pola yang sama muncul pada HTTP calls dan GraphQL field resolvers.</a:t>
            </a:r>
          </a:p>
          <a:p>
            <a:r>
              <a:t>Mental model: N+1 is a pattern, not a layer — it happens wherever I/O runs inside a loop..</a:t>
            </a:r>
          </a:p>
          <a:p>
            <a:r>
              <a:t>Sumber implementasi: labs/22-n-plus-one-query-problem/content/05-key-takeaways.md.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DataLoader: Request De-duplication &amp; Batching.</a:t>
            </a:r>
          </a:p>
          <a:p>
            <a:r>
              <a:t>Fokus: Pola batching di level aplikasi untuk GraphQL dan HTTP.</a:t>
            </a:r>
          </a:p>
          <a:p>
            <a:r>
              <a:t>Mental model: Batch and cache: collect requests across a tick, fire one call, cache per key..</a:t>
            </a:r>
          </a:p>
          <a:p>
            <a:r>
              <a:t>Sumber implementasi: labs/22-n-plus-one-query-problem/content/05-key-takeaways.md.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Bahaya Mapping-Level Eager Loading.</a:t>
            </a:r>
          </a:p>
          <a:p>
            <a:r>
              <a:t>Fokus: FetchType.EAGER dan semacamnya memuat semua relasi — memory bloat.</a:t>
            </a:r>
          </a:p>
          <a:p>
            <a:r>
              <a:t>Mental model: Eager at the mapping level loads everything everywhere — control loading per query..</a:t>
            </a:r>
          </a:p>
          <a:p>
            <a:r>
              <a:t>Sumber implementasi: labs/22-n-plus-one-query-problem/content/02-master-draft.md.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Trade-off: Cartesian Product Explosion.</a:t>
            </a:r>
          </a:p>
          <a:p>
            <a:r>
              <a:t>Fokus: Eager loading via JOIN menyebabkan hasil dikali jumlah child records.</a:t>
            </a:r>
          </a:p>
          <a:p>
            <a:r>
              <a:t>Mental model: JOIN-based eager loading causes cartesian explosion — prefer split/batch queries..</a:t>
            </a:r>
          </a:p>
          <a:p>
            <a:r>
              <a:t>Sumber implementasi: labs/22-n-plus-one-query-problem/content/05-key-takeaways.md.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Strategi Alternatif: Column Selection.</a:t>
            </a:r>
          </a:p>
          <a:p>
            <a:r>
              <a:t>Fokus: select/pluck/values/withCount — ambil skalar, bukan entitas penuh.</a:t>
            </a:r>
          </a:p>
          <a:p>
            <a:r>
              <a:t>Mental model: For scalars and counts, column selection beats eager loading of full entities..</a:t>
            </a:r>
          </a:p>
          <a:p>
            <a:r>
              <a:t>Sumber implementasi: labs/22-n-plus-one-query-problem/content/05-key-takeaways.md.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Workflow Profiling-First.</a:t>
            </a:r>
          </a:p>
          <a:p>
            <a:r>
              <a:t>Fokus: Langkah demi langkah: ukur → identifikasi → optimasi.</a:t>
            </a:r>
          </a:p>
          <a:p>
            <a:r>
              <a:t>Mental model: Measure first, optimize second — query count profiling before duration..</a:t>
            </a:r>
          </a:p>
          <a:p>
            <a:r>
              <a:t>Sumber implementasi: labs/22-n-plus-one-query-problem/content/05-key-takeaways.md.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Eager Loading di Berbagai ORM.</a:t>
            </a:r>
          </a:p>
          <a:p>
            <a:r>
              <a:t>Fokus: API naming berbeda, konsep dasar sama.</a:t>
            </a:r>
          </a:p>
          <a:p>
            <a:r>
              <a:t>Mental model: ORMs agree on the concept — split/batch to avoid cartesian explosion, JOIN to minimize queries..</a:t>
            </a:r>
          </a:p>
          <a:p>
            <a:r>
              <a:t>Sumber implementasi: labs/22-n-plus-one-query-problem/content/02-master-draft.md.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Evaluasi: N+1 vs Eager Loading.</a:t>
            </a:r>
          </a:p>
          <a:p>
            <a:r>
              <a:t>Fokus: Perbandingan kuantitatif dan kualitatif.</a:t>
            </a:r>
          </a:p>
          <a:p>
            <a:r>
              <a:t>Mental model: Trade intuition for correctness — eager batch wins on query count and stays O(1)..</a:t>
            </a:r>
          </a:p>
          <a:p>
            <a:r>
              <a:t>Sumber implementasi: labs/22-n-plus-one-query-problem/internal/blog/repository.go.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Studi Kasus: GET /api/work-orders.</a:t>
            </a:r>
          </a:p>
          <a:p>
            <a:r>
              <a:t>Fokus: Dari 6 query di dev menjadi 101 di prod — kisah nyata N+1.</a:t>
            </a:r>
          </a:p>
          <a:p>
            <a:r>
              <a:t>Mental model: Dev data hides prod pain — assert query counts for every realistic data size..</a:t>
            </a:r>
          </a:p>
          <a:p>
            <a:r>
              <a:t>Sumber implementasi: labs/22-n-plus-one-query-problem/content/02-master-draft.md.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Checklist Audit Performa Data Access.</a:t>
            </a:r>
          </a:p>
          <a:p>
            <a:r>
              <a:t>Fokus: 9 poin verifikasi sebelum deploy ke production.</a:t>
            </a:r>
          </a:p>
          <a:p>
            <a:r>
              <a:t>Mental model: Nine checkpoints cover detection, batching, and prevention — assert query counts in CI..</a:t>
            </a:r>
          </a:p>
          <a:p>
            <a:r>
              <a:t>Sumber implementasi: labs/22-n-plus-one-query-problem/content/02-master-draft.md.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Batasan Implementasi Lab 22.</a:t>
            </a:r>
          </a:p>
          <a:p>
            <a:r>
              <a:t>Fokus: Lab ini adalah simulasi konseptual — bukan produksi database asli.</a:t>
            </a:r>
          </a:p>
          <a:p>
            <a:r>
              <a:t>Mental model: This lab proves query-count reduction conceptually — real-world latency varies..</a:t>
            </a:r>
          </a:p>
          <a:p>
            <a:r>
              <a:t>Sumber implementasi: labs/22-n-plus-one-query-problem/content/01-content-brief.md.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Prinsip Desain Akses Data yang Benar.</a:t>
            </a:r>
          </a:p>
          <a:p>
            <a:r>
              <a:t>Fokus: Tiga prinsip dasar mencegah N+1 secara sistematis.</a:t>
            </a:r>
          </a:p>
          <a:p>
            <a:r>
              <a:t>Mental model: Three principles: measure first, batch not loop, select only what you need..</a:t>
            </a:r>
          </a:p>
          <a:p>
            <a:r>
              <a:t>Sumber implementasi: labs/22-n-plus-one-query-problem/content/02-master-draft.md.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Penutup Lab 22. Rangkuman kesimpulan utama, mental model, commit SHA 6649acb946725e993e78f99ec47833a5498cc870, dan link ke repositori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4572000" cy="5029200"/>
          </a:xfrm>
          <a:prstGeom prst="roundRect">
            <a:avLst/>
          </a:prstGeom>
          <a:solidFill>
            <a:srgbClr val="1A2B3C"/>
          </a:solidFill>
          <a:ln w="25400"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0120" y="1280160"/>
            <a:ext cx="4114800" cy="3931920"/>
          </a:xfrm>
          <a:prstGeom prst="rect">
            <a:avLst/>
          </a:prstGeom>
          <a:solidFill>
            <a:srgbClr val="04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371600"/>
            <a:ext cx="39319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Courier New"/>
              </a:defRPr>
            </a:pPr>
            <a:r>
              <a:t>SYS_PROMPT: RUN DEMO</a:t>
            </a:r>
          </a:p>
          <a:p>
            <a:pPr>
              <a:defRPr sz="1000">
                <a:solidFill>
                  <a:srgbClr val="88CCAA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88CCAA"/>
                </a:solidFill>
                <a:latin typeface="Courier New"/>
              </a:defRPr>
            </a:pPr>
            <a:r>
              <a:t>&gt; ./cmd/demo</a:t>
            </a:r>
          </a:p>
          <a:p>
            <a:pPr>
              <a:defRPr sz="1000">
                <a:solidFill>
                  <a:srgbClr val="FFAA00"/>
                </a:solidFill>
                <a:latin typeface="Courier New"/>
              </a:defRPr>
            </a:pPr>
            <a:r>
              <a:t>--- 1. Simulating N+1 ---</a:t>
            </a:r>
          </a:p>
          <a:p>
            <a:pPr>
              <a:defRPr sz="1000">
                <a:solidFill>
                  <a:srgbClr val="88CCAA"/>
                </a:solidFill>
                <a:latin typeface="Courier New"/>
              </a:defRPr>
            </a:pPr>
            <a:r>
              <a:t>Query 1: GetAllAuthors()</a:t>
            </a:r>
          </a:p>
          <a:p>
            <a:pPr>
              <a:defRPr sz="1000">
                <a:solidFill>
                  <a:srgbClr val="88CCAA"/>
                </a:solidFill>
                <a:latin typeface="Courier New"/>
              </a:defRPr>
            </a:pPr>
            <a:r>
              <a:t>Query 2: GetPosts(author=1)</a:t>
            </a:r>
          </a:p>
          <a:p>
            <a:pPr>
              <a:defRPr sz="1000">
                <a:solidFill>
                  <a:srgbClr val="88CCAA"/>
                </a:solidFill>
                <a:latin typeface="Courier New"/>
              </a:defRPr>
            </a:pPr>
            <a:r>
              <a:t>Query 3: GetPosts(author=2)</a:t>
            </a:r>
          </a:p>
          <a:p>
            <a:pPr>
              <a:defRPr sz="1000">
                <a:solidFill>
                  <a:srgbClr val="88CCAA"/>
                </a:solidFill>
                <a:latin typeface="Courier New"/>
              </a:defRPr>
            </a:pPr>
            <a:r>
              <a:t>Query 4: GetPosts(author=3)</a:t>
            </a:r>
          </a:p>
          <a:p>
            <a:pPr>
              <a:defRPr sz="1000">
                <a:solidFill>
                  <a:srgbClr val="FFAA00"/>
                </a:solidFill>
                <a:latin typeface="Courier New"/>
              </a:defRPr>
            </a:pPr>
            <a:r>
              <a:t>Total queries: 4</a:t>
            </a:r>
          </a:p>
          <a:p>
            <a:pPr>
              <a:defRPr sz="1000">
                <a:solidFill>
                  <a:srgbClr val="88CCAA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88CCAA"/>
                </a:solidFill>
                <a:latin typeface="Courier New"/>
              </a:defRPr>
            </a:pPr>
            <a:r>
              <a:t>--- 2. Eager Loading ---</a:t>
            </a:r>
          </a:p>
          <a:p>
            <a:pPr>
              <a:defRPr sz="1000">
                <a:solidFill>
                  <a:srgbClr val="88CCAA"/>
                </a:solidFill>
                <a:latin typeface="Courier New"/>
              </a:defRPr>
            </a:pPr>
            <a:r>
              <a:t>Query 1: GetAllAuthors()</a:t>
            </a:r>
          </a:p>
          <a:p>
            <a:pPr>
              <a:defRPr sz="1000">
                <a:solidFill>
                  <a:srgbClr val="88CCAA"/>
                </a:solidFill>
                <a:latin typeface="Courier New"/>
              </a:defRPr>
            </a:pPr>
            <a:r>
              <a:t>Query 2: GetPosts(authors IN [1,2,3])</a:t>
            </a:r>
          </a:p>
          <a:p>
            <a:pPr>
              <a:defRPr sz="1000" b="1">
                <a:solidFill>
                  <a:srgbClr val="00FFCC"/>
                </a:solidFill>
                <a:latin typeface="Courier New"/>
              </a:defRPr>
            </a:pPr>
            <a:r>
              <a:t>Total queries: 2 (constant!)</a:t>
            </a:r>
          </a:p>
          <a:p>
            <a:pPr>
              <a:defRPr sz="1000">
                <a:solidFill>
                  <a:srgbClr val="88CCAA"/>
                </a:solidFill>
                <a:latin typeface="Courier New"/>
              </a:defRPr>
            </a:pPr>
          </a:p>
          <a:p>
            <a:pPr>
              <a:defRPr sz="1000" b="1">
                <a:solidFill>
                  <a:srgbClr val="00FFCC"/>
                </a:solidFill>
                <a:latin typeface="Courier New"/>
              </a:defRPr>
            </a:pPr>
            <a:r>
              <a:t>STATUS: 4/4 TESTS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37160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  <a:p>
            <a:pPr>
              <a:spcBef>
                <a:spcPts val="1500"/>
              </a:spcBef>
              <a:defRPr sz="4000" b="1">
                <a:solidFill>
                  <a:srgbClr val="FFFFFF"/>
                </a:solidFill>
                <a:latin typeface="Arial"/>
              </a:defRPr>
            </a:pPr>
            <a:r>
              <a:t>N+1 Query Problem</a:t>
            </a:r>
          </a:p>
          <a:p>
            <a:pPr>
              <a:spcBef>
                <a:spcPts val="1000"/>
              </a:spcBef>
              <a:defRPr sz="1800">
                <a:solidFill>
                  <a:srgbClr val="C0D0D8"/>
                </a:solidFill>
                <a:latin typeface="Georgia"/>
              </a:defRPr>
            </a:pPr>
            <a:r>
              <a:t>Batching Relasi Data untuk Eliminasi Latensi Tersembunyi</a:t>
            </a:r>
          </a:p>
          <a:p>
            <a:pPr>
              <a:spcBef>
                <a:spcPts val="3000"/>
              </a:spcBef>
              <a:defRPr sz="1400" b="1">
                <a:solidFill>
                  <a:srgbClr val="D97706"/>
                </a:solidFill>
                <a:latin typeface="Arial"/>
              </a:defRPr>
            </a:pPr>
            <a:r>
              <a:t>Author: Lukman / lukman-ss</a:t>
            </a:r>
          </a:p>
          <a:p>
            <a:pPr>
              <a:spcBef>
                <a:spcPts val="500"/>
              </a:spcBef>
              <a:defRPr sz="1200">
                <a:solidFill>
                  <a:srgbClr val="52606B"/>
                </a:solidFill>
                <a:latin typeface="Courier New"/>
              </a:defRPr>
            </a:pPr>
            <a:r>
              <a:t>Architecture • Database • Go • Query Optimization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N+1 Query Problem: Anti-Pattern Latensi Tersembunyi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Satu query untuk mengambil koleksi, lalu N query terpisah untuk setiap item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MOTIVASI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N+1 adalah masalah 'invisible until it hurts' — berfungsi sempurna pada data uji kecil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Setiap query individu terlihat cepat (&lt;1ms), sehingga lolos dari slow query logs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Degradasi performa akumuler: request yang harus 200ms justru butuh 2.4 detik di produksi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KONSEP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Anti-pattern N+1: 1 query induk + N query anak per item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Kompleksitas menjadi O(N) relatif terhadap jumlah record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Sering terjadi di ORM lazy loading default dan GraphQL resolvers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STUDI KASUS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GET /api/work-orders: 100 work order, 5 item tiapnya =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: 101 query (1 + 100) vs 2 query (batching)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Pada data uji 5 work order: hanya 6 query — tidak terlihat masalahnya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N+1 is invisible until it hurts. Batch related queries, don't loop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labs/22-n-plus-one-query-problem/README.md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Anatomi N+1: 1 + N = N+1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Loop-driven retrieval memicu eksekusi query berulang di dalam iterasi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ALUR EKSEKUSI N+1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Query #1: GetAllAuthors() → mengembalikan 3 author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Loop iterasi ke-1: GetPostsByAuthorID(1) → Query #2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Loop iterasi ke-2: GetPostsByAuthorID(2) → Query #3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Loop iterasi ke-3: GetPostsByAuthorID(3) → Query #4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Total: 4 query (1 + N di mana N=3)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KODE ANTI-PATTERN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526280" y="2468880"/>
            <a:ext cx="3108960" cy="3017519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01752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authors := store.GetAllAuthors()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for _, author := range authors {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    posts := store.GetPostsByAuthorID(author.ID)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SKALA NYATA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Jika N=1000 author, query count = 1001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Jika N=10000 author, query count = 10001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Linear scaling dengan jumlah record — tidak berkelakuan baik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Each item in a loop triggers its own query — batch before you iterate.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labs/22-n-plus-one-query-problem/internal/blog/repository.go:13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Titik Buta: Slow Query Log Gagal Mendeteksi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Query individu terlihat sempurna, tapi akumulasi menyebabkan bottleneck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MENGAPA LOLOS DETEKSI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Slow query log hanya menandai query dengan durasi &gt; threshold (mis. 1s)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Query N+1 masing-masing &lt;1ms, kecil di atas kertas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Akumulasi N query kecil menghasilkan total latency besar — invisible dalam 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CONTOH PUKUL KETIKA PRODUKSI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Development: 3 author, 4 query → &lt;5ms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Production: 500 author, 501 query → 2.4s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Slow query log melaporkan 0 query lambat — semuanya cepat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DETEKSI YANG BENAR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Query count profiling, bukan hanya durasi individual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ORM-level query logger (mis. Django nplusone)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Instrumentation APM yang mengobservasi pola query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Fast individual queries can mask slow aggregate performance.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labs/22-n-plus-one-query-problem/content/01-content-brief.md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Mengapa N+1 Lolos ke Produksi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Tiga faktor struktural: data uji kecil, optimisasi prematur, profiling kurang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FAKTOR 1: DATA UJI KECIL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Lab &amp; staging memakai data sample 3-5 record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4 query terlihat cepat — tidak ada bottleneck yang terlihat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Prinsip 'works on my machine' menyebabkan kegagalan skalasi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FAKTOR 2: ORM DEFAULT LAZY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Django: lazy loading default untuk relasi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Rails: lazy loading default untuk association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EF Core: lazy loading proxy (opsional tapi sering diaktifkan)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FAKTOR 3: PROFILING TIDAK STANDAR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Query count tidak diukur sebagai metrik CI/CD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Fokus pada duration, bukan volume per request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Tidak ada test assertion untuk jumlah query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Small test data hides linear degradation — profile volume, not just speed.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labs/22-n-plus-one-query-problem/content/02-master-draft.md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Arsitektur Lab 22: Tiga Layer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Pisahan Store (mock DB), Repository (data access), Demo (CLI runner)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LAYER 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Store: Internal/blog/store.go — mock database + query counter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Repository: internal/blog/repository.go — dua strategi (naive vs eager)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Demo: cmd/demo/main.go — CLI runner yang mencetak statistik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THREAD SAFETY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Store menggunakan sync.Mutex untuk query counter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Query count increment thread-safe — valid untuk concurrent test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Race detector lolos tanpa data race (go test -race)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VERIFIKASI KWANTITATIF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Query counter bukan estimasi — angka pasti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Test assertion: N+1=4 query, Eager=2 query (hard-coded)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Deep equality check: reflect.DeepEqual(eager, nplus1)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Make query counts measurable so assertions are exact, not estimated.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labs/22-n-plus-one-query-problem/internal/blog/store.go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Implementasi Naif: Lazy Loading per Item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GetPostsByAuthorID dipanggil di dalam loop — masing-masing menghasilkan satu query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REPOSITORY N+1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868680" y="2468880"/>
            <a:ext cx="3108960" cy="3017519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1752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authors := r.store.GetAllAuthors()  // Query #1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for _, author := range authors {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    posts := r.store.GetPostsByAuthorID(author.ID) // Query #2,#3,#4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    result = append(result, AuthorWithPosts{...})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STORE QUERY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526280" y="2468880"/>
            <a:ext cx="3108960" cy="3017519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514600"/>
            <a:ext cx="301752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GetAllAuthors(): queryCount++ → 1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GetPostsByAuthorID(id): queryCount++ per panggilan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3 author → 3 pemanggilan → 3 query tambahan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Total akumulasi: 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KARAKTERISTIK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Intuisi kode natural / readable — ini yang membuatnya sulit diketahui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Mirip dengan ORM lazy loading default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Sering ditulis oleh developer junior yang belum sadar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Lazy loading in a loop multiplies query count — batch before iterating.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labs/22-n-plus-one-query-problem/internal/blog/repository.go:13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Solusi Eager Loading: Batch &amp; Memory Map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Kumpulkan semua ID, satu query IN(...), kelompokkan di memori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REPOSITORY EAGER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868680" y="2468880"/>
            <a:ext cx="3108960" cy="3017519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1752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authors := r.store.GetAllAuthors()  // Query #1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ids := extractAuthorIDs(authors)    // slice [1,2,3]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allPosts := r.store.GetPostsByAuthorIDs(ids)  // Query #2 batch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groupByAuthor(allPosts) → map[int][]Post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Build final result from 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STORE BATCH 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526280" y="2468880"/>
            <a:ext cx="3108960" cy="3017519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514600"/>
            <a:ext cx="301752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GetPostsByAuthorIDs(authorIDs []int):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    idMap := make(map[int]bool)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    for _, id := range authorIDs { idMap[id] = true }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    return posts where idMap[post.AuthorID]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    queryCount++ once — satu query untuk semua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HASIL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Total query: 2 (1 untuk author + 1 untuk batch post)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Terlepas dari berapa banyak author — selalu 2 query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Data hasil identik dengan N+1 (verified via DeepEqual)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Collect all IDs, fetch in one IN(...) batch, join in memory — O(1) queries.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labs/22-n-plus-one-query-problem/internal/blog/repository.go:32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Eksekusi Demo: Bukti Kuantitatif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Output CLI: query count dan jumlah record yang dimuat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DEMO OUTPUT — N+1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868680" y="2468880"/>
            <a:ext cx="3108960" cy="3017519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1752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--- Simulating N+1 Query Problem ---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Loaded 3 authors with their posts.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Total queries executed: 4 (1 for authors + 3 for posts)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DEMO OUTPUT — EAGER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526280" y="2468880"/>
            <a:ext cx="3108960" cy="3017519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514600"/>
            <a:ext cx="301752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--- Simulating Eager Loading (Batching) ---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Loaded 3 authors with their posts.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Total queries executed: 2 (1 for authors + 1 batched query)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INTERPRETASI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N+1: query count = N+1 (bergantung pada jumlah record)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Eager: query count = 2 (konstan, tidak bergantung pada N)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Pada N=1000: N+1=1001 query vs Eager=2 query — perbedaan 999 query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Constant 2 queries beats N+1, and the gap widens linearly with 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labs/22-n-plus-one-query-problem/cmd/demo/main.go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Unit Test: Assert Kuantitatif Query Count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Deep equality &amp; query assertion mencegah regresi secara otomatis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TEST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868680" y="2468880"/>
            <a:ext cx="3108960" cy="3017519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1752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=== RUN   TestGetAuthorsWithPostsNPlusOne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--- PASS: TestGetAuthorsWithPostsNPlusOne (0.00s)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=== RUN   TestGetAuthorsWithPostsEager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--- PASS: TestGetAuthorsWithPostsEager (0.00s)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=== RUN   TestEmptyStore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--- PASS: TestEmptyStore (0.00s)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PASS — 4/4 test cases pass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ASSERTI QUERY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526280" y="2468880"/>
            <a:ext cx="3108960" cy="3017519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514600"/>
            <a:ext cx="301752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N+1: queryCount == 4 (1 + N, di mana N=3)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Eager: queryCount == 2 (1 + 1 batch)</a:t>
            </a:r>
          </a:p>
          <a:p>
            <a:pPr>
              <a:defRPr sz="950">
                <a:solidFill>
                  <a:srgbClr val="88DDBB"/>
                </a:solidFill>
                <a:latin typeface="Courier New"/>
              </a:defRPr>
            </a:pPr>
            <a:r>
              <a:t>Assertion hard-coded: tidak estimasi — angka pasti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DEEP EQUALITY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reflect.DeepEqual(eagerResult, nPlusOneResult) → true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Batching tidak mengubah semantik data — hanya mengurangi I/O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Race detector: go test -race — lulus tanpa data race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Assert exact query counts in unit tests to prevent N+1 regressions.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labs/22-n-plus-one-query-problem/internal/blog/repository_test.go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Kompleksitas: O(N) → O(1) Query Count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Grafik query count vs jumlah record: linear vs konstan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GRAFIK KOMPLEKSITAS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N=3:   N+1=4 query  | Eager=2 query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N=100: N+1=101 query | Eager=2 query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N=1K:  N+1=1001 query| Eager=2 query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N=10K: N+1=10001 query| Eager=2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ANALISIS O-NOTASI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N+1: Jumlah query = O(N) relatif terhadap jumlah record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Eager: Jumlah query = O(1) — konstan, tidak bergantung pada N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Memory: O(N) keduanya — sama, hanya query saja yang berbeda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FACTOR KONSTAN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Eager memiliki overhead memory untuk map building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Tetapi menghemat ribuan round-trip jaringan DB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Nilai tukar: memory vs latency — biasanya latency lebih mahal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Query count complexity drops from O(N) to O(1) — the gap widens linearly.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labs/22-n-plus-one-query-problem/content/05-key-takeaways.md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N+1 di Luar Database: API &amp; GraphQL Resolvers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Pola yang sama muncul pada HTTP calls dan GraphQL field resolvers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GRAPHQL N+1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Resolver untuk posts(author) dipanggil per author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Setiap resolver = 1 HTTP request ke backend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Solusi standar: DataLoader (Facebook) — batch &amp; cache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HTTP MICROSERVICE N+1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Endpoint mengembalikan 100 order, lalu fetch item per order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100 HTTP request seril, latensi menumpuk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Solusi: batch endpoint /items?order_id=1,2,3,... atau aggregation service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POLA YANG SAMA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Database: ORM lazy loading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HTTP: per-object request di dalam loop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GraphQL: per-field resolver di dalam list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Akar masalah: eksekusi I/O berulang di dalam iterasi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N+1 is a pattern, not a layer — it happens wherever I/O runs inside a loop.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labs/22-n-plus-one-query-problem/content/05-key-takeaways.md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DataLoader: Request De-duplication &amp; Batching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Pola batching di level aplikasi untuk GraphQL dan HTTP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DATA LOADER (GRAPHQL)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Collect requests selama satu tick event loop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Batch semua request dengan key yang sama ke satu backend call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Cache hasil per key — request berulang tidak menghitung lagi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HTTP BATCHING EQUIVALENT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Aggregate IDs, kirim satu request batch ke backend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Gunakan cache layer (Redis) untuk hasil yang relatif statis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Pattern ini sama dengan database batch query — konsep universal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KONEKSI KE 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Lab ini: database-level batch via GetPostsByAuthorIDs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DataLoader: application-level batch via IN(...) equivalent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Kedua pola: kumpulkan, batch, satukan di memori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Batch and cache: collect requests across a tick, fire one call, cache per key.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labs/22-n-plus-one-query-problem/content/05-key-takeaways.md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Bahaya Mapping-Level Eager Loading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FetchType.EAGER dan semacamnya memuat semua relasi — memory bloat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MASALAH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JPA FetchType.EAGER: memuat semua relasi otomatis di setiap query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Tidak ada kontrol selektif — over-fetching terjadi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Memory bloat: entitas tidak relevan ikut ter-load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PERBEDAAN KRITIS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Mapping-level: deklaratif di class — selalu eager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Query-level: eksplisit per query — kontrol penuh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Lab ini mendemonstrasikan query-level — solusi yang benar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CONTOH JPA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Entity Author dengan @OneToMany EAGER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Setiap kali query Author, semua Post ikut ter-load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Bayangkan: 100 author, masing-masing 1000 post = 100K post loaded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Eager at the mapping level loads everything everywhere — control loading per query.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labs/22-n-plus-one-query-problem/content/02-master-draft.md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Trade-off: Cartesian Product Explosion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Eager loading via JOIN menyebabkan hasil dikali jumlah child records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PHENOMENA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Parent (1) JOIN Child (N) → hasil = 1 x N rows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Untuk 1 author dengan 50 post → 50 rows yang sama untuk author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Dengan multiple one-to-many → cartesian explosion paralel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Network bandwidth: data yang dikirim jauh lebih besar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Memory: result set di aplikasi jauh lebih besar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CPU: parsing dan mapping hasil yang lebih lambat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SOLUSI 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Django: prefetch_related() — gunakan query terpisah, join di Python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EF Core: split query — eksekusi query terpisah per relasi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SQLAlchemy: selectinload() — batch select, join di memori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JOIN-based eager loading causes cartesian explosion — prefer split/batch queries.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labs/22-n-plus-one-query-problem/content/05-key-takeaways.md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Strategi Alternatif: Column Selection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select/pluck/values/withCount — ambil skalar, bukan entitas penuh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PERBANDINGAN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Eager loading penuh: SELECT * FROM posts WHERE ... + mapping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Column selection: SELECT title FROM posts WHERE ... + raw values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Jika hanya butuh judul atau counter — column selection jauh lebih efisien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API DI BEREBERAPA 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Django: values('title'), withCount('posts')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Rails: pluck(:title), posts.count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Laravel: select('title')-&gt;withCount('posts')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EF Core: Select(p =&gt; p.Title), ToQueryString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MANFAAT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Bandwidth: jauh lebih sedikit data dikirim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Memory: tidak perlu materialisasi entitas penuh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CPU: parsing lebih cepat — tidak perlu mapper 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For scalars and counts, column selection beats eager loading of full entities.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labs/22-n-plus-one-query-problem/content/05-key-takeaways.md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Workflow Profiling-First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Langkah demi langkah: ukur → identifikasi → optimasi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TIGA LANGKAH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1. Ukur query count per request (bukan hanya durasi)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2. Identifikasi pola N+1 (lazy loading di loop, per-object API call)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3. Optimasi: batch eager loading, column selection, atau caching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TOOLING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Django: django-nplusone, django-debug-toolbar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Rails: bullet gem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Laravel: beyondcode/laravel-query-detector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EF Core: Microsoft.Extensions.Logging + query tag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CI/CD INTEGRASI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Query count test assertion di CI pipeline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Threshold maksimal query per endpoint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Strict loading mode untuk mencegah lazy loading tak disadari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Measure first, optimize second — query count profiling before duration.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labs/22-n-plus-one-query-problem/content/05-key-takeaways.md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Eager Loading di Berbagai ORM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API naming berbeda, konsep dasar sama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TABEL PERBANDINGAN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ORM        | Method                  | Type        | SQL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-----------|--------------------------|-------------|---------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Django     | select_related()         | JOIN        | 1 query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Django     | prefetch_related()       | Split       | 2 queries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Rails      | includes()               | Auto-switch | 1/2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Laravel    | with()                   | Split       | 2 queries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EF Core    | Include()                | JOIN        | 1 query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EF Core    | ThenInclude()            | JOIN        | 1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KUNCI PERBEDAAN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select_related: JOIN — risiko cartesian explosion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prefetch_related: split query — aman dari explosion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includes: Rails memilih otomatis (smart)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KONEKSI KE 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Lab ini: split query via GetPostsByAuthorIDs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Mapping ini setara dengan prefetch_related / split query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Bukan JOIN-based eager loading — menghindari cartesian explosion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ORMs agree on the concept — split/batch to avoid cartesian explosion, JOIN to minimize queries.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labs/22-n-plus-one-query-problem/content/02-master-draft.md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Evaluasi: N+1 vs Eager Loading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Perbandingan kuantitatif dan kualitatif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TABEL PERBANDINGAN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Dimensi            | N+1 (Lazy)        | Eager (Batch)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-------------------|------------------|---------------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Jumlah query       | N+1              | 2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Skalabilitas       | Linear (O(N))    | Konstan (O(1))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Memory overhead    | Minimal          | Map building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Risk cartesian     | Tidak ada        | JOIN = ya (hindar)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Readability        | Intuitive        | Perlu pemahaman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Over-fetching      | Hanya per item   | Semua per satu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QUERY COUNT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N=3:     N+1=4     | Eager=2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N=100:   N+1=101   | Eager=2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N=1000:  N+1=1001  | Eager=2</a:t>
            </a:r>
          </a:p>
          <a:p>
            <a:pPr>
              <a:spcBef>
                <a:spcPts val="300"/>
              </a:spcBef>
              <a:defRPr sz="1000">
                <a:solidFill>
                  <a:srgbClr val="0B1B2D"/>
                </a:solidFill>
                <a:latin typeface="Courier New"/>
              </a:defRPr>
            </a:pPr>
            <a:r>
              <a:t>N=10000: N+1=10001 | Eager=2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REKOMENDASI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Gunakan eager loading untuk data yang pasti dibutuhkan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Gunakan column selection untuk skalar/count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Gunakan lazy loading hanya untuk data opsional/relasional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Trade intuition for correctness — eager batch wins on query count and stays O(1).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labs/22-n-plus-one-query-problem/internal/blog/repository.go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Studi Kasus: GET /api/work-orders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Dari 6 query di dev menjadi 101 di prod — kisah nyata N+1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SCENARIO AWAL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Endpoint: GET /api/work-orders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Data uji dev: 5 work order, 1 item each = 6 query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Response time: &lt;10ms — terlihat cepat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Lolos deployment ke production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SCENARIO PRODUKSI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Production: 100 work order, 5 item each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N+1: 1 + 100 = 101 query seril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Response time: 2.4 detik (ilustratif)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Connection pool exhausted — request pending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MITIGASI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Batched query: WHERE work_order_id IN (...) → 2 query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Column selection: hanya ambil kolom yang perlu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Pagination: tidak load 100 work order sekaligus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Query count assertion di test — mencegah regresi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Dev data hides prod pain — assert query counts for every realistic data size.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labs/22-n-plus-one-query-problem/content/02-master-draft.md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Checklist Audit Performa Data Access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9 poin verifikasi sebelum deploy ke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CHECKLIST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[ ] Profiling query count sebelum deploy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[ ] Audit lazy loading dalam loop — ganti ke batch/eager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[ ] Eager loading per-query, bukan per-mapping (hindari EAGER global)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[ ] Cek cartesian explosion pada relasi one-to-many/many-to-many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[ ] Gunakan column selection (pluck/values) untuk skalar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[ ] Pagination untuk hasil besar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[ ] Query count assertion di unit/integration test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[ ] Pertimbangkan strict loading mode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[ ] Query count test assertion di CI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ALAT BANTU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django-nplusone — deteksi N+1 di Django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bullet gem — deteksi N+1 di Rails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laravel-query-detector — deteksi di Laravel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EF Core logging — tracking query patterns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PRINSIP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Jika query count meningkat linear dengan N → ada N+1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Jika query count konstan → batching sudah tepat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Query count assertion = automated guardrail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Nine checkpoints cover detection, batching, and prevention — assert query counts in CI.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labs/22-n-plus-one-query-problem/content/02-master-draft.md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Batasan Implementasi Lab 22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Lab ini adalah simulasi konseptual — bukan produksi database asli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BATAS 1: IN-MEMORY MOCK STORE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Store menggunakan slice in-memory, bukan database nyata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Query counter hanya counter — tidak ada latency jaringan nyata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Angka 4 query vs 2 query adalah verifikasi logik, bukan benchmark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BATAS 2: KONEKSI KE 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Lab implementasi manual, bukan integrasi dengan Django/Rails/EF Core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API batch (GetPostsByAuthorIDs) merepresentasikan konsep IN(...)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ORM-level lazy vs eager loading tidak langsung ditunjukkan di sini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BATAS 3: ANGKA ILUSTRATIF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Angka 2.4s pada studi kasus adalah angka ilustratif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Dataset hanya 3 author — produksi bisa ribuan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Lab membuktikan konsep query count, bukan performa absolut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This lab proves query-count reduction conceptually — real-world latency varies.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labs/22-n-plus-one-query-problem/content/01-content-brief.md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  <a:latin typeface="Arial"/>
              </a:defRPr>
            </a:pPr>
            <a:r>
              <a:t>Prinsip Desain Akses Data yang Benar</a:t>
            </a:r>
          </a:p>
          <a:p>
            <a:pPr>
              <a:spcBef>
                <a:spcPts val="300"/>
              </a:spcBef>
              <a:defRPr sz="1400">
                <a:solidFill>
                  <a:srgbClr val="52606B"/>
                </a:solidFill>
                <a:latin typeface="Georgia"/>
              </a:defRPr>
            </a:pPr>
            <a:r>
              <a:t>Tiga prinsip dasar mencegah N+1 secara sistematis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PRINSIP 1: PROFILING-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Hitung query count sebelum optimasi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Tooling: ORM query logger, APM, slow query analysis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CI/CD: query count threshold assertion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PRINSIP 2: BATCH, JANGAN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Kumpulkan ID → satu query IN(...) → join di memori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Pola ini universal: database, HTTP, GraphQL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Query-level eager loading — kontrol per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832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  <a:latin typeface="Arial"/>
              </a:defRPr>
            </a:pPr>
            <a:r>
              <a:t>PRINSIP 3: PILIH KOLOM YANG DIPERLUKAN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80"/>
            <a:ext cx="3017520" cy="3017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select/pluck/values/withCount — ambil skalar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Hindari materialisasi entitas penuh jika tidak dipakai</a:t>
            </a:r>
          </a:p>
          <a:p>
            <a:pPr>
              <a:spcBef>
                <a:spcPts val="600"/>
              </a:spcBef>
              <a:defRPr sz="1100">
                <a:solidFill>
                  <a:srgbClr val="0B1B2D"/>
                </a:solidFill>
                <a:latin typeface="Arial"/>
              </a:defRPr>
            </a:pPr>
            <a:r>
              <a:t>• Reduksi bandwidth, memory, dan CPU parsing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806440"/>
            <a:ext cx="12191695" cy="50292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79592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Three principles: measure first, batch not loop, select only what you need.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2606B"/>
                </a:solidFill>
                <a:latin typeface="Courier New"/>
              </a:defRPr>
            </a:pPr>
            <a:r>
              <a:t>labs/22-n-plus-one-query-problem/content/02-master-draft.md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55080"/>
            <a:ext cx="1401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87F76"/>
                </a:solidFill>
                <a:latin typeface="Arial"/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87F76"/>
                </a:solidFill>
                <a:latin typeface="Arial"/>
              </a:defRPr>
            </a:pPr>
            <a:r>
              <a:t>SOFTWARE ENGINEERING LAB  |  LAB 22</a:t>
            </a:r>
          </a:p>
          <a:p>
            <a:pPr>
              <a:spcBef>
                <a:spcPts val="500"/>
              </a:spcBef>
              <a:defRPr sz="3600" b="1">
                <a:solidFill>
                  <a:srgbClr val="FFFFFF"/>
                </a:solidFill>
                <a:latin typeface="Arial"/>
              </a:defRPr>
            </a:pPr>
            <a:r>
              <a:t>Ringkasan Lab 22</a:t>
            </a:r>
          </a:p>
          <a:p>
            <a:pPr>
              <a:spcBef>
                <a:spcPts val="500"/>
              </a:spcBef>
              <a:defRPr sz="1600">
                <a:solidFill>
                  <a:srgbClr val="C0D0D8"/>
                </a:solidFill>
                <a:latin typeface="Georgia"/>
              </a:defRPr>
            </a:pPr>
            <a:r>
              <a:t>Commit: 6649acb9 | Test: 4/4 PASS | Repository: lukman-ss/software-engineering-lab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3291840" cy="3108960"/>
          </a:xfrm>
          <a:prstGeom prst="roundRect">
            <a:avLst/>
          </a:prstGeom>
          <a:solidFill>
            <a:srgbClr val="13253A"/>
          </a:solidFill>
          <a:ln w="12700"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51460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87F76"/>
                </a:solidFill>
                <a:latin typeface="Arial"/>
              </a:defRPr>
            </a:pPr>
            <a:r>
              <a:t>KEY RESULTS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N+1: 1 + N query (linear dengan record count)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Eager: 2 query (konstan, terlepas dari 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Test assertion: query count verified, deep equality confirmed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377440"/>
            <a:ext cx="3291840" cy="3108960"/>
          </a:xfrm>
          <a:prstGeom prst="roundRect">
            <a:avLst/>
          </a:prstGeom>
          <a:solidFill>
            <a:srgbClr val="13253A"/>
          </a:solidFill>
          <a:ln w="12700"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251460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87F76"/>
                </a:solidFill>
                <a:latin typeface="Arial"/>
              </a:defRPr>
            </a:pPr>
            <a:r>
              <a:t>MENTAL MODEL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N+1 is a pattern, not a layer — it strikes wherever I/O runs in a loop.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Batch all related identifiers into a single IN(...) query.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Assert query counts in unit tests — guardrails don't regress silently.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377440"/>
            <a:ext cx="3291840" cy="3108960"/>
          </a:xfrm>
          <a:prstGeom prst="roundRect">
            <a:avLst/>
          </a:prstGeom>
          <a:solidFill>
            <a:srgbClr val="13253A"/>
          </a:solidFill>
          <a:ln w="12700"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251460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87F76"/>
                </a:solidFill>
                <a:latin typeface="Arial"/>
              </a:defRPr>
            </a:pPr>
            <a:r>
              <a:t>RESOURCES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Repository: https://github.com/lukman-ss/software-engineering-lab/tree/main/labs/22-n-plus-one-query-problem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Commit SHA: 6649acb946725e993e78f99ec47833a5498cc870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Run demo: go run ./cmd/demo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Run tests: go test -v -race ./...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760720"/>
            <a:ext cx="12191695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N+1 is a pattern, not a layer — batch all IDs into ONE query, assert count in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