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Timeouts &amp; Deadlines: Guardrails untuk Sistem Terdistribusi</a:t>
            </a:r>
          </a:p>
          <a:p/>
          <a:p>
            <a:r>
              <a:t>Mental Model: Timeout &amp; deadline adalah resource protection guardrails, bukan sinyal kegagalan.</a:t>
            </a:r>
          </a:p>
          <a:p/>
          <a:p>
            <a:r>
              <a:t>[]</a:t>
            </a:r>
          </a:p>
          <a:p>
            <a:r>
              <a:t>- Timeouts &amp; Deadlines — Guardrails untuk Sistem Terdistribusi</a:t>
            </a:r>
          </a:p>
          <a:p>
            <a:r>
              <a:t>- Mengelola latency, retry, circuit &amp; idempotency di Go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Dependency Lambat Mengakibatkan Outage Sistem</a:t>
            </a:r>
          </a:p>
          <a:p/>
          <a:p>
            <a:r>
              <a:t>Mental Model: Little's Law: peningkatan latency meningkatkan jumlah request in‑flight secara linear.</a:t>
            </a:r>
          </a:p>
          <a:p/>
          <a:p>
            <a:r>
              <a:t>[DAMPAK]</a:t>
            </a:r>
          </a:p>
          <a:p>
            <a:r>
              <a:t>- Cascading Latency: Latency ↑ → L = λW ↑ → thread pool terisi → request tak‑terlayani.</a:t>
            </a:r>
          </a:p>
          <a:p>
            <a:r>
              <a:t>- Resource Exhaustion: Connection pool terblokir, memory pressure naik, timeout global.</a:t>
            </a:r>
          </a:p>
          <a:p>
            <a:r>
              <a:t>- Kegagalan Layanan Tidak Terkait: Endpoint lainnya menolak karena kehabisan worker.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Validasi Aplikasi Tidak Cukup</a:t>
            </a:r>
          </a:p>
          <a:p/>
          <a:p>
            <a:r>
              <a:t>Mental Model: Aplikasi tidak dapat menjamin konsistensi tanpa mekanisme persisten yang atomik.</a:t>
            </a:r>
          </a:p>
          <a:p/>
          <a:p>
            <a:r>
              <a:t>[KELEMAHAN]</a:t>
            </a:r>
          </a:p>
          <a:p>
            <a:r>
              <a:t>- Interleaving: Scheduler OS memisahkan SELECT dan INSERT, memungkinkan duplikasi.</a:t>
            </a:r>
          </a:p>
          <a:p>
            <a:r>
              <a:t>- Tes Sekuensial: Unit test tanpa goroutine selalu lolos, memberi ilusi aman.</a:t>
            </a:r>
          </a:p>
          <a:p>
            <a:r>
              <a:t>- Tidak Ada Kunci Atomik: Database tidak menegakkan invariant bila aplikasi mengandalkan memori saja.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Deadline Propagation sebagai Guardrail Hierarkis</a:t>
            </a:r>
          </a:p>
          <a:p/>
          <a:p>
            <a:r>
              <a:t>Mental Model: Setiap lapisan turun menurunkan budget, mencegah kerja berlebih pada downstream yang sudah tidak dibutuhkan.</a:t>
            </a:r>
          </a:p>
          <a:p/>
          <a:p>
            <a:r>
              <a:t>[PROPAGASI DEADLINE]</a:t>
            </a:r>
          </a:p>
          <a:p>
            <a:r>
              <a:t>- Client (Budget): Set timeout total (misal 200 ms).</a:t>
            </a:r>
          </a:p>
          <a:p>
            <a:r>
              <a:t>- Service A (Child): WithTimeout(parent, localBudget) → deadline = min(parent, local).</a:t>
            </a:r>
          </a:p>
          <a:p>
            <a:r>
              <a:t>- Service B (Leaf): Operasi dibatalkan segera saat parent atau child deadline terlewati.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Pipeline Resiliensi</a:t>
            </a:r>
          </a:p>
          <a:p/>
          <a:p>
            <a:r>
              <a:t>Mental Model: Setiap lapisan dapat menghentikan alur lebih awal, mengurangi beban downstream.</a:t>
            </a:r>
          </a:p>
          <a:p/>
          <a:p>
            <a:r>
              <a:t>[ALUR EKSEKUSI]</a:t>
            </a:r>
          </a:p>
          <a:p>
            <a:r>
              <a:t>- 1 (Context): WithTimeout(parent, budget)</a:t>
            </a:r>
          </a:p>
          <a:p>
            <a:r>
              <a:t>- 2 (Retrier): Exponential backoff + full jitter</a:t>
            </a:r>
          </a:p>
          <a:p>
            <a:r>
              <a:t>- 3 (Circuit): Open/Close/Half‑Open guard</a:t>
            </a:r>
          </a:p>
          <a:p>
            <a:r>
              <a:t>- 4 (Idempotency): Deduplication store (TTL)</a:t>
            </a:r>
          </a:p>
          <a:p>
            <a:r>
              <a:t>- 5 (Worker): Actual business logic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Deadline Propagation dengan Channel</a:t>
            </a:r>
          </a:p>
          <a:p/>
          <a:p>
            <a:r>
              <a:t>Mental Model: Channel berkapasitas 1 mencegah goroutine bocor ketika context dibatalkan lebih dulu.</a:t>
            </a:r>
          </a:p>
          <a:p/>
          <a:p>
            <a:r>
              <a:t>[internal/deadline/deadline.go:13-28]</a:t>
            </a:r>
          </a:p>
          <a:p>
            <a:r>
              <a:t>- func ExecuteWithBudget(ctx context.Context, budget time.Duration, fn WorkerFunc) error {</a:t>
            </a:r>
          </a:p>
          <a:p>
            <a:r>
              <a:t>-     childCtx, cancel := context.WithTimeout(ctx, budget)</a:t>
            </a:r>
          </a:p>
          <a:p>
            <a:r>
              <a:t>-     defer cancel()</a:t>
            </a:r>
          </a:p>
          <a:p>
            <a:r>
              <a:t>-     done := make(chan error, 1)</a:t>
            </a:r>
          </a:p>
          <a:p>
            <a:r>
              <a:t>-     go func() { done &lt;- fn(childCtx) }()</a:t>
            </a:r>
          </a:p>
          <a:p>
            <a:r>
              <a:t>-     select {</a:t>
            </a:r>
          </a:p>
          <a:p>
            <a:r>
              <a:t>-     case &lt;-childCtx.Done():</a:t>
            </a:r>
          </a:p>
          <a:p>
            <a:r>
              <a:t>-         return childCtx.Err()</a:t>
            </a:r>
          </a:p>
          <a:p>
            <a:r>
              <a:t>-     case err := &lt;-done:</a:t>
            </a:r>
          </a:p>
          <a:p>
            <a:r>
              <a:t>-         return err</a:t>
            </a:r>
          </a:p>
          <a:p>
            <a:r>
              <a:t>-     }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Retry Tanpa Idempotency → Double Charge</a:t>
            </a:r>
          </a:p>
          <a:p/>
          <a:p>
            <a:r>
              <a:t>Mental Model: Timeout tidak menjamin operasi gagal; tanpa deduplication dapat menyebabkan efek samping duplikat.</a:t>
            </a:r>
          </a:p>
          <a:p/>
          <a:p>
            <a:r>
              <a:t>[ALUR GAGAL]</a:t>
            </a:r>
          </a:p>
          <a:p>
            <a:r>
              <a:t>- 1. Request pertama: Server proses charge, response hilang karena network loss.</a:t>
            </a:r>
          </a:p>
          <a:p>
            <a:r>
              <a:t>- 2. Client timeout: Context dibatalkan, client menganggap failure.</a:t>
            </a:r>
          </a:p>
          <a:p>
            <a:r>
              <a:t>- 3. Retry: Tanpa Idempotency-Key, server mengeksekusi charge lagi → double charge.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Matriks Mekanisme Resiliensi</a:t>
            </a:r>
          </a:p>
          <a:p/>
          <a:p>
            <a:r>
              <a:t>Mental Model: Setiap mekanisme menutup satu jenis kegagalan: latency, error burst, atau side‑effect.</a:t>
            </a:r>
          </a:p>
          <a:p/>
          <a:p>
            <a:r>
              <a:t>[PERBANDINGAN]</a:t>
            </a:r>
          </a:p>
          <a:p>
            <a:r>
              <a:t>- Mekanisme | Tujuan | Efek pada Latency | Risiko Jika Tidak Digunakan</a:t>
            </a:r>
          </a:p>
          <a:p>
            <a:r>
              <a:t>- Timeout | Guardrail | Memotong kerja lama | Hanging workers</a:t>
            </a:r>
          </a:p>
          <a:p>
            <a:r>
              <a:t>- Retry + Jitter | Recoverability | Tambah latency terkontrol | Retry storm</a:t>
            </a:r>
          </a:p>
          <a:p>
            <a:r>
              <a:t>- Circuit Breaker | Fail‑fast | Cepat menolak request pada error berulang | Cascading failures</a:t>
            </a:r>
          </a:p>
          <a:p>
            <a:r>
              <a:t>- Idempotency | Deduplication | Mencegah side‑effect ganda | Double charge / duplicate write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Tiga Keputusan Kunci Implementasi</a:t>
            </a:r>
          </a:p>
          <a:p/>
          <a:p>
            <a:r>
              <a:t>Mental Model: Keputusan ini menentukan trade‑off latency vs availability.</a:t>
            </a:r>
          </a:p>
          <a:p/>
          <a:p>
            <a:r>
              <a:t>[KEPUTUSAN]</a:t>
            </a:r>
          </a:p>
          <a:p>
            <a:r>
              <a:t>- Timeout Budget: Hitung P95/P99 latency, set budget &lt; 0.5 × target SLA.</a:t>
            </a:r>
          </a:p>
          <a:p>
            <a:r>
              <a:t>- Retry Strategy: Gunakan exponential backoff + full jitter, maxAttempts ≤ 5.</a:t>
            </a:r>
          </a:p>
          <a:p>
            <a:r>
              <a:t>- Circuit Breaker: FailureThreshold 2, cooldown 50 ms, half‑open test 1.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Demo: Timeout &amp; Circuit Breaker</a:t>
            </a:r>
          </a:p>
          <a:p/>
          <a:p>
            <a:r>
              <a:t>Mental Model: Log menunjukkan guardrail berfungsi sesuai harapan.</a:t>
            </a:r>
          </a:p>
          <a:p/>
          <a:p>
            <a:r>
              <a:t>[Terminal]</a:t>
            </a:r>
          </a:p>
          <a:p>
            <a:r>
              <a:t>- $ go run ./cmd/demo</a:t>
            </a:r>
          </a:p>
          <a:p>
            <a:r>
              <a:t>- Scenario 1: budget 50ms → context deadline exceeded</a:t>
            </a:r>
          </a:p>
          <a:p>
            <a:r>
              <a:t>- Scenario 2: circuit opens after 2 failures → state=OPEN</a:t>
            </a:r>
          </a:p>
          <a:p>
            <a:r>
              <a:t>- Scenario 3: idempotent retry → execution count=1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YANG TIDAK DIBUKTIKAN</a:t>
            </a:r>
          </a:p>
          <a:p/>
          <a:p>
            <a:r>
              <a:t>Mental Model: Lab fokus pada pola di dalam satu proses Go.</a:t>
            </a:r>
          </a:p>
          <a:p/>
          <a:p>
            <a:r>
              <a:t>[Batasan]</a:t>
            </a:r>
          </a:p>
          <a:p>
            <a:r>
              <a:t>- Distribusi Latency Dinamis: Tidak ada adaptasi timeout berbasis P99 secara real‑time.</a:t>
            </a:r>
          </a:p>
          <a:p>
            <a:r>
              <a:t>- Persisten Idempotency Store: In‑memory store hilang saat crash; produksi membutuhkan Redis/DB.</a:t>
            </a:r>
          </a:p>
          <a:p>
            <a:r>
              <a:t>- Header Deadline HTTP: Tidak ada standar tunggal, hanya contoh gRPC header.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Trade‑off Timeout vs Throughput</a:t>
            </a:r>
          </a:p>
          <a:p/>
          <a:p>
            <a:r>
              <a:t>Mental Model: Guardrail harus seimbang dengan SLA dan beban kerja.</a:t>
            </a:r>
          </a:p>
          <a:p/>
          <a:p>
            <a:r>
              <a:t>[PERTIMBANGAN]</a:t>
            </a:r>
          </a:p>
          <a:p>
            <a:r>
              <a:t>- Timeout Ketat: Mengurangi tail latency, tapi meningkatkan false‑negative failures.</a:t>
            </a:r>
          </a:p>
          <a:p>
            <a:r>
              <a:t>- Timeout Longgar: Mencegah false failures, tapi meningkatkan jumlah request terblokir.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Pipeline Validasi Konkuren dengan Mutex</a:t>
            </a:r>
          </a:p>
          <a:p/>
          <a:p>
            <a:r>
              <a:t>Mental Model: RWMutex melindungi state machine dari race conditions.</a:t>
            </a:r>
          </a:p>
          <a:p/>
          <a:p>
            <a:r>
              <a:t>[internal/circuit/circuit.go:108-126]</a:t>
            </a:r>
          </a:p>
          <a:p>
            <a:r>
              <a:t>- func (b *Breaker) RecordFailure() {</a:t>
            </a:r>
          </a:p>
          <a:p>
            <a:r>
              <a:t>-     b.mu.Lock()</a:t>
            </a:r>
          </a:p>
          <a:p>
            <a:r>
              <a:t>-     defer b.mu.Unlock()</a:t>
            </a:r>
          </a:p>
          <a:p>
            <a:r>
              <a:t>-     if b.state == StateHalfOpen {</a:t>
            </a:r>
          </a:p>
          <a:p>
            <a:r>
              <a:t>-         b.state = StateOpen</a:t>
            </a:r>
          </a:p>
          <a:p>
            <a:r>
              <a:t>-         b.failures = 0</a:t>
            </a:r>
          </a:p>
          <a:p>
            <a:r>
              <a:t>-         b.successes = 0</a:t>
            </a:r>
          </a:p>
          <a:p>
            <a:r>
              <a:t>-         b.lastStateChg = time.Now()</a:t>
            </a:r>
          </a:p>
          <a:p>
            <a:r>
              <a:t>-     } else if b.state == StateClosed {</a:t>
            </a:r>
          </a:p>
          <a:p>
            <a:r>
              <a:t>-         b.failures++</a:t>
            </a:r>
          </a:p>
          <a:p>
            <a:r>
              <a:t>-         if b.failures &gt;= b.cfg.FailureThreshold {</a:t>
            </a:r>
          </a:p>
          <a:p>
            <a:r>
              <a:t>-             b.state = StateOpen</a:t>
            </a:r>
          </a:p>
          <a:p>
            <a:r>
              <a:t>-             b.failures = 0</a:t>
            </a:r>
          </a:p>
          <a:p>
            <a:r>
              <a:t>-             b.successes = 0</a:t>
            </a:r>
          </a:p>
          <a:p>
            <a:r>
              <a:t>-             b.lastStateChg = time.Now()</a:t>
            </a:r>
          </a:p>
          <a:p>
            <a:r>
              <a:t>-         }</a:t>
            </a:r>
          </a:p>
          <a:p>
            <a:r>
              <a:t>-     }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Sebelum vs Sesudah Guardrails</a:t>
            </a:r>
          </a:p>
          <a:p/>
          <a:p>
            <a:r>
              <a:t>Mental Model: Guardrails memotong beban berlebih di sumbernya.</a:t>
            </a:r>
          </a:p>
          <a:p/>
          <a:p>
            <a:r>
              <a:t>[PERBANDINGAN]</a:t>
            </a:r>
          </a:p>
          <a:p>
            <a:r>
              <a:t>- Tanpa Guardrails: Latency 60 s → pool terisi → 503 Service Unavailable pada endpoint lain.</a:t>
            </a:r>
          </a:p>
          <a:p>
            <a:r>
              <a:t>- Dengan Guardrails: Timeout 30 ms → request dibatalkan, circuit opens, downstream tidak dibebani.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Test ExecuteWithBudget – Timeout Inheritance</a:t>
            </a:r>
          </a:p>
          <a:p/>
          <a:p>
            <a:r>
              <a:t>Mental Model: Child deadline tidak pernah melebihi parent deadline.</a:t>
            </a:r>
          </a:p>
          <a:p/>
          <a:p>
            <a:r>
              <a:t>[internal/deadline/deadline_test.go:30-38]</a:t>
            </a:r>
          </a:p>
          <a:p>
            <a:r>
              <a:t>- func TestExecuteWithBudget_ParentTimeoutInherited(t *testing.T) {</a:t>
            </a:r>
          </a:p>
          <a:p>
            <a:r>
              <a:t>-     ctx, cancel := context.WithTimeout(context.Background(), 20*time.Millisecond)</a:t>
            </a:r>
          </a:p>
          <a:p>
            <a:r>
              <a:t>-     defer cancel()</a:t>
            </a:r>
          </a:p>
          <a:p>
            <a:r>
              <a:t>-     err := ExecuteWithBudget(ctx, 500*time.Millisecond, func(ctx context.Context) error {</a:t>
            </a:r>
          </a:p>
          <a:p>
            <a:r>
              <a:t>-         time.Sleep(100*time.Millisecond)</a:t>
            </a:r>
          </a:p>
          <a:p>
            <a:r>
              <a:t>-         return nil</a:t>
            </a:r>
          </a:p>
          <a:p>
            <a:r>
              <a:t>-     })</a:t>
            </a:r>
          </a:p>
          <a:p>
            <a:r>
              <a:t>-     assert.Equal(t, context.DeadlineExceeded, err)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Test Retrier – Jitter Bounds &amp; MaxAttempts</a:t>
            </a:r>
          </a:p>
          <a:p/>
          <a:p>
            <a:r>
              <a:t>Mental Model: Backoff selalu berada dalam rentang [0, maxBackoff].</a:t>
            </a:r>
          </a:p>
          <a:p/>
          <a:p>
            <a:r>
              <a:t>[internal/retry/retry_test.go:12-24]</a:t>
            </a:r>
          </a:p>
          <a:p>
            <a:r>
              <a:t>- func TestRetrier_JitterBoundsAndZeroConfig(t *testing.T) {</a:t>
            </a:r>
          </a:p>
          <a:p>
            <a:r>
              <a:t>-     r := NewRetrier(Config{})</a:t>
            </a:r>
          </a:p>
          <a:p>
            <a:r>
              <a:t>-     for i := 1; i &lt;= 5; i++ {</a:t>
            </a:r>
          </a:p>
          <a:p>
            <a:r>
              <a:t>-         d := r.CalculateBackoff(i)</a:t>
            </a:r>
          </a:p>
          <a:p>
            <a:r>
              <a:t>-         assert.GreaterOrEqual(t, d, time.Duration(0))</a:t>
            </a:r>
          </a:p>
          <a:p>
            <a:r>
              <a:t>-         assert.LessOrEqual(t, d, r.cfg.MaxBackoff)</a:t>
            </a:r>
          </a:p>
          <a:p>
            <a:r>
              <a:t>-     }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Test Circuit Breaker – State Transitions</a:t>
            </a:r>
          </a:p>
          <a:p/>
          <a:p>
            <a:r>
              <a:t>Mental Model: State machine berubah hanya di bawah lock.</a:t>
            </a:r>
          </a:p>
          <a:p/>
          <a:p>
            <a:r>
              <a:t>[internal/circuit/circuit_test.go:5-20]</a:t>
            </a:r>
          </a:p>
          <a:p>
            <a:r>
              <a:t>- func TestCircuitBreaker_StateTransitions(t *testing.T) {</a:t>
            </a:r>
          </a:p>
          <a:p>
            <a:r>
              <a:t>-     cb := NewBreaker(Config{FailureThreshold: 2, SuccessThreshold: 2, Cooldown: 50*time.Millisecond})</a:t>
            </a:r>
          </a:p>
          <a:p>
            <a:r>
              <a:t>-     cb.RecordFailure()</a:t>
            </a:r>
          </a:p>
          <a:p>
            <a:r>
              <a:t>-     cb.RecordFailure()</a:t>
            </a:r>
          </a:p>
          <a:p>
            <a:r>
              <a:t>-     assert.Equal(t, StateOpen, cb.State())</a:t>
            </a:r>
          </a:p>
          <a:p>
            <a:r>
              <a:t>-     time.Sleep(60*time.Millisecond)</a:t>
            </a:r>
          </a:p>
          <a:p>
            <a:r>
              <a:t>-     assert.Equal(t, StateHalfOpen, cb.State())</a:t>
            </a:r>
          </a:p>
          <a:p>
            <a:r>
              <a:t>-     cb.RecordSuccess()</a:t>
            </a:r>
          </a:p>
          <a:p>
            <a:r>
              <a:t>-     cb.RecordSuccess()</a:t>
            </a:r>
          </a:p>
          <a:p>
            <a:r>
              <a:t>-     assert.Equal(t, StateClosed, cb.State())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Test Idempotency Store – Concurrent Access</a:t>
            </a:r>
          </a:p>
          <a:p/>
          <a:p>
            <a:r>
              <a:t>Mental Model: Mutex mengamankan operasi Get/Set/TTL secara konkuren.</a:t>
            </a:r>
          </a:p>
          <a:p/>
          <a:p>
            <a:r>
              <a:t>[internal/idempotency/idempotency_test.go:8-22]</a:t>
            </a:r>
          </a:p>
          <a:p>
            <a:r>
              <a:t>- func TestStore_ConcurrentAccess(t *testing.T) {</a:t>
            </a:r>
          </a:p>
          <a:p>
            <a:r>
              <a:t>-     store := NewStore(time.Minute)</a:t>
            </a:r>
          </a:p>
          <a:p>
            <a:r>
              <a:t>-     var wg sync.WaitGroup</a:t>
            </a:r>
          </a:p>
          <a:p>
            <a:r>
              <a:t>-     for i := 0; i &lt; 50; i++ {</a:t>
            </a:r>
          </a:p>
          <a:p>
            <a:r>
              <a:t>-         wg.Add(1)</a:t>
            </a:r>
          </a:p>
          <a:p>
            <a:r>
              <a:t>-         go func(id int) {</a:t>
            </a:r>
          </a:p>
          <a:p>
            <a:r>
              <a:t>-             defer wg.Done()</a:t>
            </a:r>
          </a:p>
          <a:p>
            <a:r>
              <a:t>-             store.Set(fmt.Sprintf("key-%d", id), "response")</a:t>
            </a:r>
          </a:p>
          <a:p>
            <a:r>
              <a:t>-             val, ok := store.Get(fmt.Sprintf("key-%d", id))</a:t>
            </a:r>
          </a:p>
          <a:p>
            <a:r>
              <a:t>-             assert.True(t, ok)</a:t>
            </a:r>
          </a:p>
          <a:p>
            <a:r>
              <a:t>-             assert.Equal(t, "response", val)</a:t>
            </a:r>
          </a:p>
          <a:p>
            <a:r>
              <a:t>-         }(i)</a:t>
            </a:r>
          </a:p>
          <a:p>
            <a:r>
              <a:t>-     }</a:t>
            </a:r>
          </a:p>
          <a:p>
            <a:r>
              <a:t>-     wg.Wait()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Integration – Retry dengan Circuit Breaker</a:t>
            </a:r>
          </a:p>
          <a:p/>
          <a:p>
            <a:r>
              <a:t>Mental Model: Circuit breaker memotong rantai retry setelah threshold.</a:t>
            </a:r>
          </a:p>
          <a:p/>
          <a:p>
            <a:r>
              <a:t>[tests/integration_test.go:14-42]</a:t>
            </a:r>
          </a:p>
          <a:p>
            <a:r>
              <a:t>- func TestIntegration_RetryWithCircuitBreaker(t *testing.T) {</a:t>
            </a:r>
          </a:p>
          <a:p>
            <a:r>
              <a:t>-     cb := circuit.NewBreaker(circuit.Config{FailureThreshold: 2, ...})</a:t>
            </a:r>
          </a:p>
          <a:p>
            <a:r>
              <a:t>-     r := retry.NewRetrier(retry.Config{MaxAttempts: 4, ...})</a:t>
            </a:r>
          </a:p>
          <a:p>
            <a:r>
              <a:t>-     attempts := 0</a:t>
            </a:r>
          </a:p>
          <a:p>
            <a:r>
              <a:t>-     err := r.Do(context.Background(), func(ctx context.Context) error {</a:t>
            </a:r>
          </a:p>
          <a:p>
            <a:r>
              <a:t>-         return cb.Execute(func() error {</a:t>
            </a:r>
          </a:p>
          <a:p>
            <a:r>
              <a:t>-             attempts++</a:t>
            </a:r>
          </a:p>
          <a:p>
            <a:r>
              <a:t>-             return errors.New("backend down")</a:t>
            </a:r>
          </a:p>
          <a:p>
            <a:r>
              <a:t>-         })</a:t>
            </a:r>
          </a:p>
          <a:p>
            <a:r>
              <a:t>-     })</a:t>
            </a:r>
          </a:p>
          <a:p>
            <a:r>
              <a:t>-     assert.NotNil(t, err)</a:t>
            </a:r>
          </a:p>
          <a:p>
            <a:r>
              <a:t>-     assert.Equal(t, circuit.StateOpen, cb.State())</a:t>
            </a:r>
          </a:p>
          <a:p>
            <a:r>
              <a:t>- }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Checklist Deploy Guardrails</a:t>
            </a:r>
          </a:p>
          <a:p/>
          <a:p>
            <a:r>
              <a:t>Mental Model: Deploy langkah demi langkah memastikan semua guardrails aktif.</a:t>
            </a:r>
          </a:p>
          <a:p/>
          <a:p>
            <a:r>
              <a:t>[CHECKLIST]</a:t>
            </a:r>
          </a:p>
          <a:p>
            <a:r>
              <a:t>- 1. Define timeout budgets: Berbasis P95 latensi layanan.</a:t>
            </a:r>
          </a:p>
          <a:p>
            <a:r>
              <a:t>- 2. Implement Retry with jitter: Gunakan konfigurasi base/backoff, maxAttempts ≤5.</a:t>
            </a:r>
          </a:p>
          <a:p>
            <a:r>
              <a:t>- 3. Add circuit breaker: Set failureThreshold &amp; cooldown sesuai SLA.</a:t>
            </a:r>
          </a:p>
          <a:p>
            <a:r>
              <a:t>- 4. Add idempotency store: Redis atau DB dengan TTL persisten.</a:t>
            </a:r>
          </a:p>
          <a:p>
            <a:r>
              <a:t>- 5. Propagate context deadlines: Pastikan semua downstream menerima context.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Anti‑pattern: Timeout = Failure</a:t>
            </a:r>
          </a:p>
          <a:p/>
          <a:p>
            <a:r>
              <a:t>Mental Model: Kegagalan ini muncul ketika guardrails tidak diterapkan.</a:t>
            </a:r>
          </a:p>
          <a:p/>
          <a:p>
            <a:r>
              <a:t>[REPRODUKSI]</a:t>
            </a:r>
          </a:p>
          <a:p>
            <a:r>
              <a:t>- 1. Set timeout 30s: Terlalu long, worker terblokir.</a:t>
            </a:r>
          </a:p>
          <a:p>
            <a:r>
              <a:t>- 2. Retry tanpa jitter: Semua client retry bersamaan → storm.</a:t>
            </a:r>
          </a:p>
          <a:p>
            <a:r>
              <a:t>- 3. Tanpa idempotency: Operasi mutasi dieksekusi dua kali.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Praktis: Satu Perintah Deploy Guardrails</a:t>
            </a:r>
          </a:p>
          <a:p/>
          <a:p>
            <a:r>
              <a:t>Mental Model: Integrasi satu paket membawa semua pola.</a:t>
            </a:r>
          </a:p>
          <a:p/>
          <a:p>
            <a:r>
              <a:t>[Deploy]</a:t>
            </a:r>
          </a:p>
          <a:p>
            <a:r>
              <a:t>- go get github.com/lukman-ss/timeoutguard</a:t>
            </a:r>
          </a:p>
          <a:p>
            <a:r>
              <a:t>- go run ./cmd/demo --scenario=all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Prinsip: Guardrails Sebagai Kontrak Layanan</a:t>
            </a:r>
          </a:p>
          <a:p/>
          <a:p>
            <a:r>
              <a:t>Mental Model: Guardrails menyediakan SLA yang dapat di‑monitor dan di‑tweak.</a:t>
            </a:r>
          </a:p>
          <a:p/>
          <a:p>
            <a:r>
              <a:t>[PRINSIP]</a:t>
            </a:r>
          </a:p>
          <a:p>
            <a:r>
              <a:t>- Explicit Contracts: Setiap API menyatakan timeout &amp; idempotency semantics.</a:t>
            </a:r>
          </a:p>
          <a:p>
            <a:r>
              <a:t>- Observability Built‑in: Metrics untuk deadline breaches, circuit state, retry count.</a:t>
            </a:r>
          </a:p>
          <a:p>
            <a:r>
              <a:t>- Evolutionary Safety: Tambah guardrails tanpa mengubah layanan klien.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Terima Kasih</a:t>
            </a:r>
          </a:p>
          <a:p/>
          <a:p>
            <a:r>
              <a:t>[INFO]</a:t>
            </a:r>
          </a:p>
          <a:p>
            <a:r>
              <a:t>- Repo: https://github.com/lukman-ss/software-engineering-lab/tree/main/labs/28-timeouts-and-deadlines</a:t>
            </a:r>
          </a:p>
          <a:p>
            <a:r>
              <a:t>- Commit: ba4b621</a:t>
            </a:r>
          </a:p>
          <a:p>
            <a:r>
              <a:t>- Author: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Timeouts &amp; Deadlines: Guardrails untuk Sistem Terdistribusi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Mencegah Dependency Lambat Menghancurkan Layanan melalui Deadline Propagation, Jitter, Circuit Breaker, dan Idempotency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Lukman / lukman-ss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Dependency Lambat Mengakibatkan Outage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Satu layanan 60 s menggangu seluruh cluster.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DAMPAK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Cascading Latency: Latency ↑ → L = λW ↑ → thread pool terisi → request tak‑terlayani.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Resource Exhaustion: Connection pool terblokir, memory pressure naik, timeout global.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Kegagalan Layanan Tidak Terkait: Endpoint lainnya menolak karena kehabisan worker.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Ketika satu dependency melambat dari 300 ms ke 60 s, request menumpuk di pool, menurunkan throughput seluruh layanan. Ini tercermin dalam contoh demo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Little's Law: peningkatan latency meningkatkan jumlah request in‑flight secara linear.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content/01-content-brief.md:5-13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Validasi Aplikasi Tidak Cukup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Check‑then‑act tidak menutup race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KELEMAHAN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Interleaving: Scheduler OS memisahkan SELECT dan INSERT, memungkinkan duplikasi.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Tes Sekuensial: Unit test tanpa goroutine selalu lolos, memberi ilusi aman.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Tidak Ada Kunci Atomik: Database tidak menegakkan invariant bila aplikasi mengandalkan memori saja.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Review kode dan tes unit menunjukkan logika if tampak benar, namun tidak melindungi terhadap interleaving thread yang menyebabkan duplikasi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Aplikasi tidak dapat menjamin konsistensi tanpa mekanisme persisten yang atomik.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content/02-master-draft.md:5-12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Deadline Propagation sebagai Guardrail Hierarkis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Child deadline ≤ parent deadline, never larger.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PROPAGASI DEADLINE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Client (Budget): Set timeout total (misal 200 ms).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Service A (Child): WithTimeout(parent, localBudget) → deadline = min(parent, local).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Service B (Leaf): Operasi dibatalkan segera saat parent atau child deadline terlewati.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Deadline diturunkan secara hierarkis sehingga goroutine downstream tidak bekerja lebih lama daripada request yang memicunya.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Setiap lapisan turun menurunkan budget, mencegah kerja berlebih pada downstream yang sudah tidak dibutuhkan.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content/02-master-draft.md:30-38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Pipeline Resiliensi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Context → Retrier → Circuit → Idempotency → 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ALUR EKSEKUSI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 (Context): WithTimeout(parent, budget)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2 (Retrier): Exponential backoff + full jitter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3 (Circuit): Open/Close/Half‑Open guard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4 (Idempotency): Deduplication store (TTL)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5 (Worker): Actual business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Alur eksekusi mengalir melalui context, retry, circuit breaker, dan store sebelum mencapai worker. Setiap komponen dapat menghentikan eksekusi lebih awal.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Setiap lapisan dapat menghentikan alur lebih awal, mengurangi beban downstream.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content/02-master-draft.md:160-172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Deadline Propagation dengan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Memastikan goroutine berhenti tepat saat budget habis.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ExecuteWithBudget(ctx context.Context, budget time.Duration, fn WorkerFunc) error {</a:t>
            </a:r>
            <a:br/>
            <a:r>
              <a:t>    childCtx, cancel := context.WithTimeout(ctx, budget)</a:t>
            </a:r>
            <a:br/>
            <a:r>
              <a:t>    defer cancel()</a:t>
            </a:r>
            <a:br/>
            <a:r>
              <a:t>    done := make(chan error, 1)</a:t>
            </a:r>
            <a:br/>
            <a:r>
              <a:t>    go func() { done &lt;- fn(childCtx) }()</a:t>
            </a:r>
            <a:br/>
            <a:r>
              <a:t>    select {</a:t>
            </a:r>
            <a:br/>
            <a:r>
              <a:t>    case &lt;-childCtx.Done():</a:t>
            </a:r>
            <a:br/>
            <a:r>
              <a:t>        return childCtx.Err()</a:t>
            </a:r>
            <a:br/>
            <a:r>
              <a:t>    case err := &lt;-done:</a:t>
            </a:r>
            <a:br/>
            <a:r>
              <a:t>        return err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Fungsi ExecuteWithBudget membuat child context dengan budget, meluncurkan goroutine worker, dan menunggu salah satu kondisi selesai lewat select. Jika childCtx dibatalkan terlebih dahulu, error context.DeadlineExceeded dikembalikan.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Channel berkapasitas 1 mencegah goroutine bocor ketika context dibatalkan lebih dulu.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internal/deadline/deadline.go:13-28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Retry Tanpa Idempotency → Double 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Skenario: POST /payment, timeout, retry.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ALUR GAGAL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1. Request pertama: Server proses charge, response hilang karena network loss.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2. Client timeout: Context dibatalkan, client menganggap failure.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3. Retry: Tanpa Idempotency-Key, server mengeksekusi charge lagi → double charge.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Demo menunjukkan request POST yang di‑retry setelah timeout menghasilkan dua entri pembayaran karena tidak ada kunci idempotent.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Timeout tidak menjamin operasi gagal; tanpa deduplication dapat menyebabkan efek samping duplikat.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content/02-master-draft.md:124-132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Matriks Mekanisme Resiliensi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Timeout, Retry, Circuit, Idempotency.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Mekanisme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Tujuan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Efek pada Latency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Risiko Jika Tidak Digunakan</a:t>
                      </a:r>
                    </a:p>
                  </a:txBody>
                  <a:tcPr>
                    <a:solidFill>
                      <a:srgbClr val="0B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Guardrail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Memotong kerja 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Hanging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Retry + Jitter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Recoverability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Tambah latency terkontrol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Retry storm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Circuit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Fail‑fast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Cepat menolak request pada error berulang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Cascading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Idempotency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Deduplication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Mencegah side‑effect ganda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B1B2D"/>
                          </a:solidFill>
                        </a:defRPr>
                      </a:pPr>
                      <a:r>
                        <a:t>Double charge / duplicate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Tabel menegaskan bahwa kombinasi keempat pola menutup celah utama pada sistem terdistribusi.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Setiap mekanisme menutup satu jenis kegagalan: latency, error burst, atau side‑effect.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content/02-master-draft.md:190-202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Tiga Keputusan Kunci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1️⃣ Timeout budget, 2️⃣ Retry strategy, 3️⃣ Circuit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KEPUTUSAN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Timeout Budget: Hitung P95/P99 latency, set budget &lt; 0.5 × target SLA.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Retry Strategy: Gunakan exponential backoff + full jitter, maxAttempts ≤ 5.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Circuit Breaker: FailureThreshold 2, cooldown 50 ms, half‑open test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Setiap keputusan dipilih berdasarkan data observasi latency dan error rate pada sistem produksi.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Keputusan ini menentukan trade‑off latency vs availability.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content/02-master-draft.md:218-226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Demo: Timeout &amp; Circuit 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Output singkat menampilkan state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$ go run ./cmd/demo</a:t>
            </a:r>
            <a:br/>
            <a:r>
              <a:t>Scenario 1: budget 50ms → context deadline exceeded</a:t>
            </a:r>
            <a:br/>
            <a:r>
              <a:t>Scenario 2: circuit opens after 2 failures → state=OPEN</a:t>
            </a:r>
            <a:br/>
            <a:r>
              <a:t>Scenario 3: idempotent retry → execution count=1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Demo mengeksekusi empat skenario; output terminal memperlihatkan perubahan state circuit dan jumlah eksekusi idempotent.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Log menunjukkan guardrail berfungsi sesuai harapan.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engineering/03-execution-result.md:1-10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YANG TIDAK DIBUKTIKAN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Keterbatasan laboratorium.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BATASAN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Distribusi Latency Dinamis: Tidak ada adaptasi timeout berbasis P99 secara real‑time.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Persisten Idempotency Store: In‑memory store hilang saat crash; produksi membutuhkan Redis/DB.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Header Deadline HTTP: Tidak ada standar tunggal, hanya contoh gRPC header.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Penelitian mengakui bahwa beberapa aspek produksi tidak tercakup, seperti timeout adaptif dan store persisten.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Lab fokus pada pola di dalam satu proses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content/02-master-draft.md:30-38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Trade‑off Timeout vs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Menurunkan budget mengurangi latency tetapi meningkatkan reject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PERTIMBANGAN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Timeout Ketat: Mengurangi tail latency, tapi meningkatkan false‑negative failures.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Timeout Longgar: Mencegah false failures, tapi meningkatkan jumlah request terblokir.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Mengatur budget timeout memerlukan kompromi antara latensi ekor dan tingkat penolakan yang dapat diterima.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Guardrail harus seimbang dengan SLA dan beban kerja.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content/02-master-draft.md:186-192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Pipeline Validasi Konkuren dengan Mutex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Retrier → Circuit → Idempotency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(b *Breaker) RecordFailure() {</a:t>
            </a:r>
            <a:br/>
            <a:r>
              <a:t>    b.mu.Lock()</a:t>
            </a:r>
            <a:br/>
            <a:r>
              <a:t>    defer b.mu.Unlock()</a:t>
            </a:r>
            <a:br/>
            <a:r>
              <a:t>    if b.state == StateHalfOpen {</a:t>
            </a:r>
            <a:br/>
            <a:r>
              <a:t>        b.state = StateOpen</a:t>
            </a:r>
            <a:br/>
            <a:r>
              <a:t>        b.failures = 0</a:t>
            </a:r>
            <a:br/>
            <a:r>
              <a:t>        b.successes = 0</a:t>
            </a:r>
            <a:br/>
            <a:r>
              <a:t>        b.lastStateChg = time.Now()</a:t>
            </a:r>
            <a:br/>
            <a:r>
              <a:t>    } else if b.state == StateClosed {</a:t>
            </a:r>
            <a:br/>
            <a:r>
              <a:t>        b.failures++</a:t>
            </a:r>
            <a:br/>
            <a:r>
              <a:t>        if b.failures &gt;= b.cfg.FailureThreshold {</a:t>
            </a:r>
            <a:br/>
            <a:r>
              <a:t>            b.state = StateOpen</a:t>
            </a:r>
            <a:br/>
            <a:r>
              <a:t>            b.failures = 0</a:t>
            </a:r>
            <a:br/>
            <a:r>
              <a:t>            b.successes = 0</a:t>
            </a:r>
            <a:br/>
            <a:r>
              <a:t>            b.lastStateChg = time.Now()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Circuit breaker menggunakan sync.RWMutex untuk mengamankan transisi state di antara banyak goroutine.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RWMutex melindungi state machine dari race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internal/circuit/circuit.go:108-126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Sebelum vs Sesudah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Tanpa vs dengan timeout &amp; circuit.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PERBANDINGAN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Tanpa Guardrails: Latency 60 s → pool terisi → 503 Service Unavailable pada endpoint lain.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Dengan Guardrails: Timeout 30 ms → request dibatalkan, circuit opens, downstream tidak dibebani.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Perbandingan menunjukkan bahwa penambahan timeout, circuit, dan idempotency membuat sistem tetap responsif meski dependency melambat.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Guardrails memotong beban berlebih di sumbernya.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content/02-master-draft.md:140-148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Test ExecuteWithBudget – Timeout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Bukti parent deadline membatalkan child.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TestExecuteWithBudget_ParentTimeoutInherited(t *testing.T) {</a:t>
            </a:r>
            <a:br/>
            <a:r>
              <a:t>    ctx, cancel := context.WithTimeout(context.Background(), 20*time.Millisecond)</a:t>
            </a:r>
            <a:br/>
            <a:r>
              <a:t>    defer cancel()</a:t>
            </a:r>
            <a:br/>
            <a:r>
              <a:t>    err := ExecuteWithBudget(ctx, 500*time.Millisecond, func(ctx context.Context) error {</a:t>
            </a:r>
            <a:br/>
            <a:r>
              <a:t>        time.Sleep(100*time.Millisecond)</a:t>
            </a:r>
            <a:br/>
            <a:r>
              <a:t>        return nil</a:t>
            </a:r>
            <a:br/>
            <a:r>
              <a:t>    })</a:t>
            </a:r>
            <a:br/>
            <a:r>
              <a:t>    assert.Equal(t, context.DeadlineExceeded, err)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ini membuktikan bahwa child context akan dibatalkan segera ketika parent deadline tercapai, meski budget lokal lebih 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Child deadline tidak pernah melebihi parent deadline.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internal/deadline/deadline_test.go:30-38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Test Retrier – Jitter Bounds &amp; MaxAttempts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Bukti full jitter dan pengulangan maksimal.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TestRetrier_JitterBoundsAndZeroConfig(t *testing.T) {</a:t>
            </a:r>
            <a:br/>
            <a:r>
              <a:t>    r := NewRetrier(Config{})</a:t>
            </a:r>
            <a:br/>
            <a:r>
              <a:t>    for i := 1; i &lt;= 5; i++ {</a:t>
            </a:r>
            <a:br/>
            <a:r>
              <a:t>        d := r.CalculateBackoff(i)</a:t>
            </a:r>
            <a:br/>
            <a:r>
              <a:t>        assert.GreaterOrEqual(t, d, time.Duration(0))</a:t>
            </a:r>
            <a:br/>
            <a:r>
              <a:t>        assert.LessOrEqual(t, d, r.cfg.MaxBackoff)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ini memastikan bahwa setiap nilai backoff tidak negatif dan tidak melebihi batas maksimum, serta konfigurasi nol menggunakan nilai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Backoff selalu berada dalam rentang [0, maxBackoff].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internal/retry/retry_test.go:12-24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Test Circuit Breaker – State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Bukti CLOSED → OPEN → HALF_OPEN → CLOSED.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TestCircuitBreaker_StateTransitions(t *testing.T) {</a:t>
            </a:r>
            <a:br/>
            <a:r>
              <a:t>    cb := NewBreaker(Config{FailureThreshold: 2, SuccessThreshold: 2, Cooldown: 50*time.Millisecond})</a:t>
            </a:r>
            <a:br/>
            <a:r>
              <a:t>    cb.RecordFailure()</a:t>
            </a:r>
            <a:br/>
            <a:r>
              <a:t>    cb.RecordFailure()</a:t>
            </a:r>
            <a:br/>
            <a:r>
              <a:t>    assert.Equal(t, StateOpen, cb.State())</a:t>
            </a:r>
            <a:br/>
            <a:r>
              <a:t>    time.Sleep(60*time.Millisecond)</a:t>
            </a:r>
            <a:br/>
            <a:r>
              <a:t>    assert.Equal(t, StateHalfOpen, cb.State())</a:t>
            </a:r>
            <a:br/>
            <a:r>
              <a:t>    cb.RecordSuccess()</a:t>
            </a:r>
            <a:br/>
            <a:r>
              <a:t>    cb.RecordSuccess()</a:t>
            </a:r>
            <a:br/>
            <a:r>
              <a:t>    assert.Equal(t, StateClosed, cb.State())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ini mengonfirmasi transisi state yang diharapkan: dua kegagalan membuka circuit, cooldown membawa ke half‑open, lalu dua kesuksesan menutupnya.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State machine berubah hanya di bawah 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internal/circuit/circuit_test.go:5-20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Test Idempotency Store – Concurrent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50 goroutine konkuren, race detector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TestStore_ConcurrentAccess(t *testing.T) {</a:t>
            </a:r>
            <a:br/>
            <a:r>
              <a:t>    store := NewStore(time.Minute)</a:t>
            </a:r>
            <a:br/>
            <a:r>
              <a:t>    var wg sync.WaitGroup</a:t>
            </a:r>
            <a:br/>
            <a:r>
              <a:t>    for i := 0; i &lt; 50; i++ {</a:t>
            </a:r>
            <a:br/>
            <a:r>
              <a:t>        wg.Add(1)</a:t>
            </a:r>
            <a:br/>
            <a:r>
              <a:t>        go func(id int) {</a:t>
            </a:r>
            <a:br/>
            <a:r>
              <a:t>            defer wg.Done()</a:t>
            </a:r>
            <a:br/>
            <a:r>
              <a:t>            store.Set(fmt.Sprintf("key-%d", id), "response")</a:t>
            </a:r>
            <a:br/>
            <a:r>
              <a:t>            val, ok := store.Get(fmt.Sprintf("key-%d", id))</a:t>
            </a:r>
            <a:br/>
            <a:r>
              <a:t>            assert.True(t, ok)</a:t>
            </a:r>
            <a:br/>
            <a:r>
              <a:t>            assert.Equal(t, "response", val)</a:t>
            </a:r>
            <a:br/>
            <a:r>
              <a:t>        }(i)</a:t>
            </a:r>
            <a:br/>
            <a:r>
              <a:t>    }</a:t>
            </a:r>
            <a:br/>
            <a:r>
              <a:t>    wg.Wait()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Test ini menjalankan 50 goroutine yang melakukan Get/Set secara acak; race detector tidak melaporkan kesalahan.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Mutex mengamankan operasi Get/Set/TTL secara konkuren.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internal/idempotency/idempotency_test.go:8-22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Integration – Retry dengan Circuit 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Backend selalu gagal, circuit terbuka setelah 2 attempt.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 TestIntegration_RetryWithCircuitBreaker(t *testing.T) {</a:t>
            </a:r>
            <a:br/>
            <a:r>
              <a:t>    cb := circuit.NewBreaker(circuit.Config{FailureThreshold: 2, ...})</a:t>
            </a:r>
            <a:br/>
            <a:r>
              <a:t>    r := retry.NewRetrier(retry.Config{MaxAttempts: 4, ...})</a:t>
            </a:r>
            <a:br/>
            <a:r>
              <a:t>    attempts := 0</a:t>
            </a:r>
            <a:br/>
            <a:r>
              <a:t>    err := r.Do(context.Background(), func(ctx context.Context) error {</a:t>
            </a:r>
            <a:br/>
            <a:r>
              <a:t>        return cb.Execute(func() error {</a:t>
            </a:r>
            <a:br/>
            <a:r>
              <a:t>            attempts++</a:t>
            </a:r>
            <a:br/>
            <a:r>
              <a:t>            return errors.New("backend down")</a:t>
            </a:r>
            <a:br/>
            <a:r>
              <a:t>        })</a:t>
            </a:r>
            <a:br/>
            <a:r>
              <a:t>    })</a:t>
            </a:r>
            <a:br/>
            <a:r>
              <a:t>    assert.NotNil(t, err)</a:t>
            </a:r>
            <a:br/>
            <a:r>
              <a:t>    assert.Equal(t, circuit.StateOpen, cb.State())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Integrasi ini membuktikan bahwa setelah dua kegagalan berturut‑turut, circuit breaker menolak semua attempt berikutnya tanpa memanggil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Circuit breaker memotong rantai retry setelah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tests/integration_test.go:14-42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Checklist Deploy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Langkah‑langkah produksi.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CHECKLIST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1. Define timeout budgets: Berbasis P95 latensi layanan.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2. Implement Retry with jitter: Gunakan konfigurasi base/backoff, maxAttempts ≤5.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3. Add circuit breaker: Set failureThreshold &amp; cooldown sesuai SLA.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4. Add idempotency store: Redis atau DB dengan TTL persisten.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5. Propagate context deadlines: Pastikan semua downstream menerima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Checklist ini merangkum praktik terbaik implementasi guardrails pada sistem terdistribusi.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Deploy langkah demi langkah memastikan semua guardrails aktif.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content/02-master-draft.md:212-221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Anti‑pattern: Timeout =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Menyebabkan retry berbahaya dan double‑charge.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REPRODUKSI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1. Set timeout 30s: Terlalu long, worker terblokir.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2. Retry tanpa jitter: Semua client retry bersamaan → storm.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3. Tanpa idempotency: Operasi mutasi dieksekusi dua kali.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Contoh anti‑pattern menegaskan pentingnya mengamankan setiap lapisan.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Kegagalan ini muncul ketika guardrails tidak diterapkan.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content/02-master-draft.md:190-196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Praktis: Satu Perintah Deploy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Gunakan go‑run demo atau integrate libs.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383280"/>
          </a:xfrm>
          <a:prstGeom prst="round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  <a:latin typeface="Courier New"/>
              </a:defRPr>
            </a:pPr>
            <a:r>
              <a:t>go get github.com/lukman-ss/timeoutguard</a:t>
            </a:r>
            <a:br/>
            <a:r>
              <a:t>go run ./cmd/demo --scenario=all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Dengan menambahkan modul timeoutguard, aplikasi langsung dapat memakai context deadline, retry, circuit, dan idempotency.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Integrasi satu paket membawa semua pola.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cmd/demo/main.go:1-10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B2D"/>
                </a:solidFill>
              </a:defRPr>
            </a:pPr>
            <a:r>
              <a:t>Prinsip: Guardrails Sebagai Kontrak Layanan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606B"/>
                </a:solidFill>
              </a:defRPr>
            </a:pPr>
            <a:r>
              <a:t>Timeout, retry, circuit, idempotency = Service‑Level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87F76"/>
                </a:solidFill>
              </a:defRPr>
            </a:pPr>
            <a:r>
              <a:t>PRINSIP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Explicit Contracts: Setiap API menyatakan timeout &amp; idempotency semantics.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Observability Built‑in: Metrics untuk deadline breaches, circuit state, retry count.</a:t>
            </a:r>
          </a:p>
          <a:p>
            <a:pPr>
              <a:spcAft>
                <a:spcPts val="400"/>
              </a:spcAft>
              <a:defRPr sz="1200">
                <a:solidFill>
                  <a:srgbClr val="0B1B2D"/>
                </a:solidFill>
              </a:defRPr>
            </a:pPr>
            <a:r>
              <a:t>• Evolutionary Safety: Tambah guardrails tanpa mengubah layanan klien.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300">
                <a:solidFill>
                  <a:srgbClr val="0B1B2D"/>
                </a:solidFill>
              </a:defRPr>
            </a:pPr>
            <a:r>
              <a:t>Prinsip ini menjadikan guardrails bagian resmi dari kontrak API, meningkatkan kepercayaan dan evolusi layanan.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Guardrails menyediakan SLA yang dapat di‑monitor dan di‑tweak.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2606B"/>
                </a:solidFill>
              </a:defRPr>
            </a:pPr>
            <a:r>
              <a:t>content/02-master-draft.md:226-236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63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Software Engineering Lab 28 - Timeouts &amp; Deadlines: Guardrails untuk Sistem Terdistribusi</a:t>
            </a:r>
          </a:p>
          <a:p>
            <a:pPr>
              <a:defRPr sz="1200">
                <a:solidFill>
                  <a:srgbClr val="CBD5E1"/>
                </a:solidFill>
              </a:defRPr>
            </a:pPr>
          </a:p>
          <a:p>
            <a:br/>
            <a:pPr>
              <a:defRPr sz="1100" b="1">
                <a:solidFill>
                  <a:srgbClr val="20C997"/>
                </a:solidFill>
              </a:defRPr>
            </a:pPr>
            <a:r>
              <a:t>REPOSITORY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github.com/lukman-ss/software-engineering-lab/tree/main/labs/28-timeouts-and-deadlines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774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Lukman / lukman-ss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Sumber: commit ba4b621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Test passing dan diverifikasi (Race-Clean Go 1.22).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Simulasi in-memory Store; membuktikan reduksi O(N) ke O(1).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Timeouts • Deadlines • Retry • Circuit Breaker • Idempotency •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