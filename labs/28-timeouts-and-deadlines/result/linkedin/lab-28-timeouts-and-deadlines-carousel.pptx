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Timeouts &amp; Deadlines</a:t>
            </a:r>
          </a:p>
          <a:p/>
          <a:p>
            <a:r>
              <a:t>[]</a:t>
            </a:r>
          </a:p>
          <a:p>
            <a:r>
              <a:t>- Retro CRT monitor beige dengan scanlines bercahaya</a:t>
            </a:r>
          </a:p>
          <a:p>
            <a:r>
              <a:t>- Context propagation, exponential backoff full jitter, circuit breaker, idempotency store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Slow Dependency Lebih Berbahaya daripada Dead Dependency</a:t>
            </a:r>
          </a:p>
          <a:p/>
          <a:p>
            <a:r>
              <a:t>Mental Model: Fast failure frees resources immediately; slow dependencies hoard threads until total starvation.</a:t>
            </a:r>
          </a:p>
          <a:p/>
          <a:p>
            <a:r>
              <a:t>[FAST FAILURE (DEAD)]</a:t>
            </a:r>
          </a:p>
          <a:p>
            <a:r>
              <a:t>- Mengembalikan ECONNREFUSED atau reset paket secara instan</a:t>
            </a:r>
          </a:p>
          <a:p>
            <a:r>
              <a:t>- Worker thread langsung dilepas ke pool dalam orde mikrodetik</a:t>
            </a:r>
          </a:p>
          <a:p>
            <a:r>
              <a:t>- Sistem caller tetap responsif untuk request lain</a:t>
            </a:r>
          </a:p>
          <a:p>
            <a:r>
              <a:t>[SLOW DEPENDENCY]</a:t>
            </a:r>
          </a:p>
          <a:p>
            <a:r>
              <a:t>- Latency melonjak drastis, misal dari 300ms menjadi 60 detik</a:t>
            </a:r>
          </a:p>
          <a:p>
            <a:r>
              <a:t>- Request in-flight tertahan di thread pool, memory, dan socket</a:t>
            </a:r>
          </a:p>
          <a:p>
            <a:r>
              <a:t>- Endpoint independen (/profile, /health) kehabisan worker thread</a:t>
            </a:r>
          </a:p>
          <a:p>
            <a:r>
              <a:t>[FORMULA LITTLE'S LAW]</a:t>
            </a:r>
          </a:p>
          <a:p>
            <a:r>
              <a:t>- L = λ × W (Konkurensi = Arrival Rate × Latency)</a:t>
            </a:r>
          </a:p>
          <a:p>
            <a:r>
              <a:t>- Jika W naik 200× (0.3s ke 60s), kapasitas L meledak 200× lipat</a:t>
            </a:r>
          </a:p>
          <a:p>
            <a:r>
              <a:t>- Thread pool 100 worker hanya mampu melayani 1.6 QPS pada W=60s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Timeout Adalah Resource Guardrail, Bukan Tebakan Aman</a:t>
            </a:r>
          </a:p>
          <a:p/>
          <a:p>
            <a:r>
              <a:t>Mental Model: Timeout means caller gave up waiting, not that the backend operation was aborted.</a:t>
            </a:r>
          </a:p>
          <a:p/>
          <a:p>
            <a:r>
              <a:t>[TIMEOUT ≠ FAILURE]</a:t>
            </a:r>
          </a:p>
          <a:p>
            <a:r>
              <a:t>- Timeout berarti caller tidak menerima response tepat waktu</a:t>
            </a:r>
          </a:p>
          <a:p>
            <a:r>
              <a:t>- Status backend adalah indeterminate: mungkin sukses, mungkin gagal</a:t>
            </a:r>
          </a:p>
          <a:p>
            <a:r>
              <a:t>- Jangan pernah mengasumsikan transaksi dibatalkan hanya karena timeout</a:t>
            </a:r>
          </a:p>
          <a:p>
            <a:r>
              <a:t>[BUDGET HIERARKIS]</a:t>
            </a:r>
          </a:p>
          <a:p>
            <a:r>
              <a:t>- Deadline harus diwariskan dari hulu ke hilir distributed trace</a:t>
            </a:r>
          </a:p>
          <a:p>
            <a:r>
              <a:t>- Child timeout tidak boleh melebihi sisa waktu parent deadline</a:t>
            </a:r>
          </a:p>
          <a:p>
            <a:r>
              <a:t>- Downstream harus membatalkan eksekusi jika parent telah timeout</a:t>
            </a:r>
          </a:p>
          <a:p>
            <a:r>
              <a:t>[PROTEKSI TOTAL]</a:t>
            </a:r>
          </a:p>
          <a:p>
            <a:r>
              <a:t>- Retry tanpa jitter menciptakan thundering herd retry storm</a:t>
            </a:r>
          </a:p>
          <a:p>
            <a:r>
              <a:t>- HTTP timeout tidak melindungi DB connection pool dari query liar</a:t>
            </a:r>
          </a:p>
          <a:p>
            <a:r>
              <a:t>- Gunakan statement_timeout pada database storage layer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Komponen Pertahanan Terdistribusi Lab 28</a:t>
            </a:r>
          </a:p>
          <a:p/>
          <a:p>
            <a:r>
              <a:t>Mental Model: A resilient pipeline combines deadlines, jittered retries, circuit breaking, and idempotency.</a:t>
            </a:r>
          </a:p>
          <a:p/>
          <a:p>
            <a:r>
              <a:t>[1. CONTEXT DEADLINE]</a:t>
            </a:r>
          </a:p>
          <a:p>
            <a:r>
              <a:t>- Package internal/deadline</a:t>
            </a:r>
          </a:p>
          <a:p>
            <a:r>
              <a:t>- Pewarisan context.WithTimeout dengan channel non-blocking</a:t>
            </a:r>
          </a:p>
          <a:p>
            <a:r>
              <a:t>- Pencegahan goroutine leak saat caller membatalkan eksekusi</a:t>
            </a:r>
          </a:p>
          <a:p>
            <a:r>
              <a:t>[2. RETRY WITH FULL JITTER]</a:t>
            </a:r>
          </a:p>
          <a:p>
            <a:r>
              <a:t>- Package internal/retry</a:t>
            </a:r>
          </a:p>
          <a:p>
            <a:r>
              <a:t>- Exponential backoff 2^(attempt-1) dikombinasikan seragam acak</a:t>
            </a:r>
          </a:p>
          <a:p>
            <a:r>
              <a:t>- Menghilangkan thundering herd antar worker</a:t>
            </a:r>
          </a:p>
          <a:p>
            <a:r>
              <a:t>[3. CIRCUIT BREAKER &amp; DEDUP]</a:t>
            </a:r>
          </a:p>
          <a:p>
            <a:r>
              <a:t>- Package internal/circuit: State CLOSED, OPEN, HALF_OPEN</a:t>
            </a:r>
          </a:p>
          <a:p>
            <a:r>
              <a:t>- Package internal/idempotency: Store in-memory dengan lazy eviction</a:t>
            </a:r>
          </a:p>
          <a:p>
            <a:r>
              <a:t>- Melindungi downstream yang kolaps dan mencegah double charge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Implementasi Context Deadline di Go</a:t>
            </a:r>
          </a:p>
          <a:p/>
          <a:p>
            <a:r>
              <a:t>Mental Model: Always buffer the completion channel to capacity 1 to prevent goroutine leaks on timeout.</a:t>
            </a:r>
          </a:p>
          <a:p/>
          <a:p>
            <a:r>
              <a:t>[CHILD TIMEOUT BUDGET]</a:t>
            </a:r>
          </a:p>
          <a:p>
            <a:r>
              <a:t>- childCtx, cancel := context.WithTimeout(ctx, budget)</a:t>
            </a:r>
          </a:p>
          <a:p>
            <a:r>
              <a:t>- defer cancel() selalu dipanggil untuk membersihkan timer</a:t>
            </a:r>
          </a:p>
          <a:p>
            <a:r>
              <a:t>- Child deadline = min(parent.Deadline(), now + budget)</a:t>
            </a:r>
          </a:p>
          <a:p>
            <a:r>
              <a:t>[BUFFERED CHANNEL (CAP=1)]</a:t>
            </a:r>
          </a:p>
          <a:p>
            <a:r>
              <a:t>- done := make(chan error, 1)</a:t>
            </a:r>
          </a:p>
          <a:p>
            <a:r>
              <a:t>- Kapasitas 1 menjamin goroutine pekerja tidak pernah block</a:t>
            </a:r>
          </a:p>
          <a:p>
            <a:r>
              <a:t>- Mencegah goroutine leak saat select memilih childCtx.Done()</a:t>
            </a:r>
          </a:p>
          <a:p>
            <a:r>
              <a:t>[BUKTI PENGUJIAN]</a:t>
            </a:r>
          </a:p>
          <a:p>
            <a:r>
              <a:t>- TestExecuteWithBudget_Timeout: task 100ms dipotong budget 20ms</a:t>
            </a:r>
          </a:p>
          <a:p>
            <a:r>
              <a:t>- TestExecuteWithBudget_ParentTimeoutInherited: parent 20ms batalkan budget 500ms</a:t>
            </a:r>
          </a:p>
          <a:p>
            <a:r>
              <a:t>- Mengembalikan context.DeadlineExceeded secara deterministik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Pewarisan Deadline dalam Hierarki Distributed Trace</a:t>
            </a:r>
          </a:p>
          <a:p/>
          <a:p>
            <a:r>
              <a:t>Mental Model: Time budgets strictly shrink as calls descend through microservice trees.</a:t>
            </a:r>
          </a:p>
          <a:p/>
          <a:p>
            <a:r>
              <a:t>[SKENARIO API GATEWAY]</a:t>
            </a:r>
          </a:p>
          <a:p>
            <a:r>
              <a:t>- API Gateway menetapkan timeout 500ms untuk request user</a:t>
            </a:r>
          </a:p>
          <a:p>
            <a:r>
              <a:t>- Service A butuh 150ms pemrosesan lokal sebelum memanggil Service B</a:t>
            </a:r>
          </a:p>
          <a:p>
            <a:r>
              <a:t>- Budget aktual yang diteruskan ke Service B tersisa 350ms</a:t>
            </a:r>
          </a:p>
          <a:p>
            <a:r>
              <a:t>[DOWNSTREAM OVER-ESTIMATION]</a:t>
            </a:r>
          </a:p>
          <a:p>
            <a:r>
              <a:t>- Jika Service B membuat timeout 2 detik sendiri tanpa parent ctx</a:t>
            </a:r>
          </a:p>
          <a:p>
            <a:r>
              <a:t>- Saat detik ke-1 user sudah menerima 504 Gateway Timeout</a:t>
            </a:r>
          </a:p>
          <a:p>
            <a:r>
              <a:t>- Service B tetap membakar CPU untuk request yang tidak lagi dinanti</a:t>
            </a:r>
          </a:p>
          <a:p>
            <a:r>
              <a:t>[MEKANISME GOLANG]</a:t>
            </a:r>
          </a:p>
          <a:p>
            <a:r>
              <a:t>- context.WithTimeout secara otomatis mewarisi parent deadline</a:t>
            </a:r>
          </a:p>
          <a:p>
            <a:r>
              <a:t>- Jika parent deadline lebih pendek dari budget baru, parent menang</a:t>
            </a:r>
          </a:p>
          <a:p>
            <a:r>
              <a:t>- Sub-operasi berhenti bersamaan saat parent deadline terpicu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Bahaya Retry Tanpa Jitter: Thundering Herd</a:t>
            </a:r>
          </a:p>
          <a:p/>
          <a:p>
            <a:r>
              <a:t>Mental Model: Deterministic retries synchronize clients into destructive thundering herds.</a:t>
            </a:r>
          </a:p>
          <a:p/>
          <a:p>
            <a:r>
              <a:t>[SINKRONISASI CLIENT]</a:t>
            </a:r>
          </a:p>
          <a:p>
            <a:r>
              <a:t>- 1.000 client gagal bersamaan saat database spike sejenak</a:t>
            </a:r>
          </a:p>
          <a:p>
            <a:r>
              <a:t>- Semua client menjadwalkan retry tepat pada attempt × 100ms</a:t>
            </a:r>
          </a:p>
          <a:p>
            <a:r>
              <a:t>- Downstream dihantam gelombang request periodik yang sinkron</a:t>
            </a:r>
          </a:p>
          <a:p>
            <a:r>
              <a:t>[RETRY STORM COLLAPSE]</a:t>
            </a:r>
          </a:p>
          <a:p>
            <a:r>
              <a:t>- Server downstream yang baru pulih langsung tumbang kembali</a:t>
            </a:r>
          </a:p>
          <a:p>
            <a:r>
              <a:t>- Cascading failure merambat naik ke API Gateway</a:t>
            </a:r>
          </a:p>
          <a:p>
            <a:r>
              <a:t>- Load amplification: 1 request asli menjadi 3-5 request bersamaan</a:t>
            </a:r>
          </a:p>
          <a:p>
            <a:r>
              <a:t>[SOLUSI AWS ARCHITECTURE]</a:t>
            </a:r>
          </a:p>
          <a:p>
            <a:r>
              <a:t>- Bukan sekadar exponential backoff berlipat ganda</a:t>
            </a:r>
          </a:p>
          <a:p>
            <a:r>
              <a:t>- Wajib menambahkan randomisasi penuh (Full Jitter)</a:t>
            </a:r>
          </a:p>
          <a:p>
            <a:r>
              <a:t>- Meredistribusikan beban secara merata di sepanjang sumbu waktu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Matematika Exponential Backoff dengan Full Jitter</a:t>
            </a:r>
          </a:p>
          <a:p/>
          <a:p>
            <a:r>
              <a:t>Mental Model: Full jitter samples uniformly from zero to the exponential ceiling, maximizing dispersion.</a:t>
            </a:r>
          </a:p>
          <a:p/>
          <a:p>
            <a:r>
              <a:t>[FORMULA KALKULASI]</a:t>
            </a:r>
          </a:p>
          <a:p>
            <a:r>
              <a:t>- multiplier := 1 &lt;&lt; uint(attempt - 1)</a:t>
            </a:r>
          </a:p>
          <a:p>
            <a:r>
              <a:t>- temp := min(MaxBackoff, BaseBackoff * multiplier)</a:t>
            </a:r>
          </a:p>
          <a:p>
            <a:r>
              <a:t>- sleep := rand.Float64() * temp (Distribusi Seragam)</a:t>
            </a:r>
          </a:p>
          <a:p>
            <a:r>
              <a:t>[KEUNGGULAN FULL JITTER]</a:t>
            </a:r>
          </a:p>
          <a:p>
            <a:r>
              <a:t>- AWS Research membuktikan Full Jitter meminimalkan total waktu kerja</a:t>
            </a:r>
          </a:p>
          <a:p>
            <a:r>
              <a:t>- Mengurangi server contention hingga titik terendah dibanding Equal Jitter</a:t>
            </a:r>
          </a:p>
          <a:p>
            <a:r>
              <a:t>- Setiap client memiliki waktu tunggu yang independen secara statistik</a:t>
            </a:r>
          </a:p>
          <a:p>
            <a:r>
              <a:t>[BATASAN IMPLEMENTASI]</a:t>
            </a:r>
          </a:p>
          <a:p>
            <a:r>
              <a:t>- attempt &lt;= 0 ditangani aman dengan membatasi shift bit</a:t>
            </a:r>
          </a:p>
          <a:p>
            <a:r>
              <a:t>- Backoff dibatasi MaxBackoff untuk mencegah overflow</a:t>
            </a:r>
          </a:p>
          <a:p>
            <a:r>
              <a:t>- Default zero config: 3 attempts, base 10ms, max 100ms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Loop Eksekusi Retrier dengan Respek Context</a:t>
            </a:r>
          </a:p>
          <a:p/>
          <a:p>
            <a:r>
              <a:t>Mental Model: A retrier must abort its sleep immediately when the governing context is cancelled.</a:t>
            </a:r>
          </a:p>
          <a:p/>
          <a:p>
            <a:r>
              <a:t>[STRUKTUR EKSEKUSI]</a:t>
            </a:r>
          </a:p>
          <a:p>
            <a:r>
              <a:t>- Iterasi 1 hingga cfg.MaxAttempts secara berurutan</a:t>
            </a:r>
          </a:p>
          <a:p>
            <a:r>
              <a:t>- Mengeksekusi operasi fn(ctx) di tiap iterasi</a:t>
            </a:r>
          </a:p>
          <a:p>
            <a:r>
              <a:t>- Jika err == nil, fungsi langsung return tanpa sleep</a:t>
            </a:r>
          </a:p>
          <a:p>
            <a:r>
              <a:t>[RESPEK TERHADAP CONTEXT]</a:t>
            </a:r>
          </a:p>
          <a:p>
            <a:r>
              <a:t>- Sleep dilakukan menggunakan select { case &lt;-time.After(): ... }</a:t>
            </a:r>
          </a:p>
          <a:p>
            <a:r>
              <a:t>- case &lt;-ctx.Done(): return ctx.Err() membatalkan jeda tidur</a:t>
            </a:r>
          </a:p>
          <a:p>
            <a:r>
              <a:t>- Tidak membuang waktu menunggu jika caller sudah membatalkan</a:t>
            </a:r>
          </a:p>
          <a:p>
            <a:r>
              <a:t>[ERROR HANDLING]</a:t>
            </a:r>
          </a:p>
          <a:p>
            <a:r>
              <a:t>- Mengembalikan ErrMaxRetriesExceeded jika semua percobaan gagal</a:t>
            </a:r>
          </a:p>
          <a:p>
            <a:r>
              <a:t>- Membungkus lastErr untuk debugging riwayat kegagalan</a:t>
            </a:r>
          </a:p>
          <a:p>
            <a:r>
              <a:t>- Test membuktikan retry berhenti saat parent context hangus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Circuit Breaker: Menghindari Hammering Downstream</a:t>
            </a:r>
          </a:p>
          <a:p/>
          <a:p>
            <a:r>
              <a:t>Mental Model: Circuit breaker fails fast to give dying downstream dependencies room to recover.</a:t>
            </a:r>
          </a:p>
          <a:p/>
          <a:p>
            <a:r>
              <a:t>[CLOSED STATE (NORMAL)]</a:t>
            </a:r>
          </a:p>
          <a:p>
            <a:r>
              <a:t>- Semua request diteruskan langsung ke downstream service</a:t>
            </a:r>
          </a:p>
          <a:p>
            <a:r>
              <a:t>- Menghitung kegagalan berturut-turut (consecutive failures)</a:t>
            </a:r>
          </a:p>
          <a:p>
            <a:r>
              <a:t>- Jika failure count &gt;= FailureThreshold (misal 2), transisi ke OPEN</a:t>
            </a:r>
          </a:p>
          <a:p>
            <a:r>
              <a:t>[OPEN STATE (ISOLASI)]</a:t>
            </a:r>
          </a:p>
          <a:p>
            <a:r>
              <a:t>- Semua request langsung ditolak dengan ErrCircuitOpen</a:t>
            </a:r>
          </a:p>
          <a:p>
            <a:r>
              <a:t>- Tidak ada satupun request yang dikirim ke downstream</a:t>
            </a:r>
          </a:p>
          <a:p>
            <a:r>
              <a:t>- Memberikan ruang napas bagi downstream yang kolaps</a:t>
            </a:r>
          </a:p>
          <a:p>
            <a:r>
              <a:t>[HALF-OPEN STATE (UJI COBA)]</a:t>
            </a:r>
          </a:p>
          <a:p>
            <a:r>
              <a:t>- Aktif otomatis setelah CooldownWindow (misal 50ms) berlalu</a:t>
            </a:r>
          </a:p>
          <a:p>
            <a:r>
              <a:t>- Mengizinkan request uji coba masuk secara bertahap</a:t>
            </a:r>
          </a:p>
          <a:p>
            <a:r>
              <a:t>- Sukses berturut-turut memulihkan ke CLOSED; 1 gagal kembali ke OPEN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Thread-Safe State Transitions pada Breaker</a:t>
            </a:r>
          </a:p>
          <a:p/>
          <a:p>
            <a:r>
              <a:t>Mental Model: Fast reads under RLock; atomic state mutations under exclusive Lock.</a:t>
            </a:r>
          </a:p>
          <a:p/>
          <a:p>
            <a:r>
              <a:t>[METODE ALLOW() &amp; READ LOCK]</a:t>
            </a:r>
          </a:p>
          <a:p>
            <a:r>
              <a:t>- b.mu.RLock() membaca state saat ini secara konkuren</a:t>
            </a:r>
          </a:p>
          <a:p>
            <a:r>
              <a:t>- Mengecek apakah durasi OPEN telah melampaui CooldownWindow</a:t>
            </a:r>
          </a:p>
          <a:p>
            <a:r>
              <a:t>- Promosi ke b.mu.Lock() hanya saat transisi status ke HALF_OPEN</a:t>
            </a:r>
          </a:p>
          <a:p>
            <a:r>
              <a:t>[RECORD SUCCESS &amp; FAILURE]</a:t>
            </a:r>
          </a:p>
          <a:p>
            <a:r>
              <a:t>- b.mu.Lock() eksklusif memperbarui counter dan timestamp</a:t>
            </a:r>
          </a:p>
          <a:p>
            <a:r>
              <a:t>- Di HALF_OPEN: 1 kegagalan langsung memicu OPEN kembali</a:t>
            </a:r>
          </a:p>
          <a:p>
            <a:r>
              <a:t>- Di HALF_OPEN: sukses mencapai threshold memicu pemulihan ke CLOSED</a:t>
            </a:r>
          </a:p>
          <a:p>
            <a:r>
              <a:t>[VERIFIKASI INTEGRITAS]</a:t>
            </a:r>
          </a:p>
          <a:p>
            <a:r>
              <a:t>- TestCircuitBreaker_StateTransitions memvalidasi siklus penuh</a:t>
            </a:r>
          </a:p>
          <a:p>
            <a:r>
              <a:t>- TestCircuitBreaker_HalfOpenFailureTripsOpen memvalidasi sensitivitas</a:t>
            </a:r>
          </a:p>
          <a:p>
            <a:r>
              <a:t>- Lolos pengujian race detector tanpa race condition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Ambiguitas Status Saat Operasi Mengalami Timeout</a:t>
            </a:r>
          </a:p>
          <a:p/>
          <a:p>
            <a:r>
              <a:t>Mental Model: Timeout is indeterminate: the database write may have committed even if the network dropped.</a:t>
            </a:r>
          </a:p>
          <a:p/>
          <a:p>
            <a:r>
              <a:t>[SKENARIO JARINGAN ASINKRON]</a:t>
            </a:r>
          </a:p>
          <a:p>
            <a:r>
              <a:t>- Client mengirim request POST /charges untuk potong saldo $100</a:t>
            </a:r>
          </a:p>
          <a:p>
            <a:r>
              <a:t>- Database bank sukses mendebit saldo nasabah di backend</a:t>
            </a:r>
          </a:p>
          <a:p>
            <a:r>
              <a:t>- Kabel fiber putus atau reverse proxy timeout sebelum ACK terkirim</a:t>
            </a:r>
          </a:p>
          <a:p>
            <a:r>
              <a:t>[DILEMA CLIENT CALLER]</a:t>
            </a:r>
          </a:p>
          <a:p>
            <a:r>
              <a:t>- Client hanya menerima pesan: context deadline exceeded</a:t>
            </a:r>
          </a:p>
          <a:p>
            <a:r>
              <a:t>- Client TIDAK BISA membedakan apakah transaksi sukses atau gagal</a:t>
            </a:r>
          </a:p>
          <a:p>
            <a:r>
              <a:t>- Jika caller langsung melakukan retry mentah, saldo terpotong $200</a:t>
            </a:r>
          </a:p>
          <a:p>
            <a:r>
              <a:t>[PERLINDUNGAN IDEMPOTENSI]</a:t>
            </a:r>
          </a:p>
          <a:p>
            <a:r>
              <a:t>- Setiap operasi yang mengubah state wajib menyertakan Idempotency-Key</a:t>
            </a:r>
          </a:p>
          <a:p>
            <a:r>
              <a:t>- Server menyimpan hash request dan response hasil pemrosesan</a:t>
            </a:r>
          </a:p>
          <a:p>
            <a:r>
              <a:t>- Retry dengan key yang sama tidak boleh mengeksekusi ulang transaksi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In-Memory Idempotency Store &amp; Lazy Eviction</a:t>
            </a:r>
          </a:p>
          <a:p/>
          <a:p>
            <a:r>
              <a:t>Mental Model: Lazy eviction cleans expired keys during lookups, eliminating background cleaner goroutines.</a:t>
            </a:r>
          </a:p>
          <a:p/>
          <a:p>
            <a:r>
              <a:t>[RECORD STRUKTUR &amp; TTL]</a:t>
            </a:r>
          </a:p>
          <a:p>
            <a:r>
              <a:t>- type Record struct { Response string; CreatedAt time.Time }</a:t>
            </a:r>
          </a:p>
          <a:p>
            <a:r>
              <a:t>- Set(key, response) menyimpan payload dengan timestamp saat ini</a:t>
            </a:r>
          </a:p>
          <a:p>
            <a:r>
              <a:t>- Store menjaga masa retensi data sesuai configured TTL (misal 50ms)</a:t>
            </a:r>
          </a:p>
          <a:p>
            <a:r>
              <a:t>[LAZY EVICTION PATTERN]</a:t>
            </a:r>
          </a:p>
          <a:p>
            <a:r>
              <a:t>- Tidak menggunakan background goroutine periodik pemakan resource</a:t>
            </a:r>
          </a:p>
          <a:p>
            <a:r>
              <a:t>- Get(key) memeriksa selisih time.Since(rec.CreatedAt) &gt; s.ttl</a:t>
            </a:r>
          </a:p>
          <a:p>
            <a:r>
              <a:t>- Record kadaluarsa dihapus seketika saat diakses pembaca</a:t>
            </a:r>
          </a:p>
          <a:p>
            <a:r>
              <a:t>[WRITE LOCK PADA METHOD GET]</a:t>
            </a:r>
          </a:p>
          <a:p>
            <a:r>
              <a:t>- Method Get() menggunakan s.mu.Lock(), bukan RLock()</a:t>
            </a:r>
          </a:p>
          <a:p>
            <a:r>
              <a:t>- Penting karena lazy eviction melakukan mutasi delete(s.records, key)</a:t>
            </a:r>
          </a:p>
          <a:p>
            <a:r>
              <a:t>- Menjamin konsistensi memori dan lolos race detector di bawah 50 goroutine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Integrasi: Retry Loop Bersanding dengan Circuit Breaker</a:t>
            </a:r>
          </a:p>
          <a:p/>
          <a:p>
            <a:r>
              <a:t>Mental Model: Circuit breakers short-circuit futile retries before they hit an already failing downstream.</a:t>
            </a:r>
          </a:p>
          <a:p/>
          <a:p>
            <a:r>
              <a:t>[EKSEKUSI BERSAMA]</a:t>
            </a:r>
          </a:p>
          <a:p>
            <a:r>
              <a:t>- Retrier dikonfigurasi 4 attempt dengan backoff 5ms - 20ms</a:t>
            </a:r>
          </a:p>
          <a:p>
            <a:r>
              <a:t>- Circuit Breaker memiliki failure threshold 2 dan cooldown 50ms</a:t>
            </a:r>
          </a:p>
          <a:p>
            <a:r>
              <a:t>- Downstream disimulasikan selalu mengalami kegagalan 500 error</a:t>
            </a:r>
          </a:p>
          <a:p>
            <a:r>
              <a:t>[PEMOTONGAN CEPAT (FAST ABORT)]</a:t>
            </a:r>
          </a:p>
          <a:p>
            <a:r>
              <a:t>- Attempt #1 gagal -&gt; Breaker failure count = 1</a:t>
            </a:r>
          </a:p>
          <a:p>
            <a:r>
              <a:t>- Attempt #2 gagal -&gt; Breaker failure count = 2 -&gt; State beralih ke OPEN</a:t>
            </a:r>
          </a:p>
          <a:p>
            <a:r>
              <a:t>- Attempt #3 &amp; #4 langsung ditolak lokal oleh Allow() tanpa call network</a:t>
            </a:r>
          </a:p>
          <a:p>
            <a:r>
              <a:t>[PROTEKSI TOTAL]</a:t>
            </a:r>
          </a:p>
          <a:p>
            <a:r>
              <a:t>- Mencegah retry membebani backend yang sedang berjuang pulih</a:t>
            </a:r>
          </a:p>
          <a:p>
            <a:r>
              <a:t>- Waktu eksekusi caller terpangkas drastis tanpa sleep yang sia-sia</a:t>
            </a:r>
          </a:p>
          <a:p>
            <a:r>
              <a:t>- TestIntegration_RetryWithCircuitBreaker membuktikan pemotongan ini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Integrasi: Safe Retries Melalui Idempotency Store</a:t>
            </a:r>
          </a:p>
          <a:p/>
          <a:p>
            <a:r>
              <a:t>Mental Model: Idempotency keys make retries safe by returning cached results for duplicate requests.</a:t>
            </a:r>
          </a:p>
          <a:p/>
          <a:p>
            <a:r>
              <a:t>[SKENARIO SIMULASI]</a:t>
            </a:r>
          </a:p>
          <a:p>
            <a:r>
              <a:t>- Operasi bisnis: actualExecutions counter mencatat eksekusi nyata</a:t>
            </a:r>
          </a:p>
          <a:p>
            <a:r>
              <a:t>- Request pertama berhasil menyimpan hasil ke Idempotency Store</a:t>
            </a:r>
          </a:p>
          <a:p>
            <a:r>
              <a:t>- Tetapi caller mengalami transient network disconnect sebelum terima data</a:t>
            </a:r>
          </a:p>
          <a:p>
            <a:r>
              <a:t>[EKSEKUSI RETRY LOOP]</a:t>
            </a:r>
          </a:p>
          <a:p>
            <a:r>
              <a:t>- Retrier menjalankan 3 attempt pengulangan dengan request yang sama</a:t>
            </a:r>
          </a:p>
          <a:p>
            <a:r>
              <a:t>- Store.Get(idempotencyKey) menemukan cache record transaksi sebelumnya</a:t>
            </a:r>
          </a:p>
          <a:p>
            <a:r>
              <a:t>- Mengembalikan response tersimpan dengan label DEDUPLICATED</a:t>
            </a:r>
          </a:p>
          <a:p>
            <a:r>
              <a:t>[HASIL VERIFIKASI]</a:t>
            </a:r>
          </a:p>
          <a:p>
            <a:r>
              <a:t>- actualExecutions tetap bernilai 1 meskipun attempt berlangsung berkali-kali</a:t>
            </a:r>
          </a:p>
          <a:p>
            <a:r>
              <a:t>- Uang nasabah hanya terdebit sekali; saldo aman dari double charging</a:t>
            </a:r>
          </a:p>
          <a:p>
            <a:r>
              <a:t>- TestIntegration_IdempotentRetry mengonfirmasi proteksi absolut ini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Verifikasi Komprehensif: 13 Test Case Lolos 100%</a:t>
            </a:r>
          </a:p>
          <a:p/>
          <a:p>
            <a:r>
              <a:t>Mental Model: 13/13 tests pass cleanly under the Go race detector, verifying concurrent correctness.</a:t>
            </a:r>
          </a:p>
          <a:p/>
          <a:p>
            <a:r>
              <a:t>[DISTRIBUSI TEST SUITE]</a:t>
            </a:r>
          </a:p>
          <a:p>
            <a:r>
              <a:t>- internal/circuit: 3 tests (StateTransitions, HalfOpenFailure, ZeroConfig)</a:t>
            </a:r>
          </a:p>
          <a:p>
            <a:r>
              <a:t>- internal/deadline: 3 tests (Success, Timeout, ParentInherited)</a:t>
            </a:r>
          </a:p>
          <a:p>
            <a:r>
              <a:t>- internal/retry: 5 tests (FirstTry, RetryUntilSuccess, ExceedMax, ContextCanceled, Bounds)</a:t>
            </a:r>
          </a:p>
          <a:p>
            <a:r>
              <a:t>- internal/idempotency: 3 tests (GetSet, ConcurrentAccess, LazyEviction)</a:t>
            </a:r>
          </a:p>
          <a:p>
            <a:r>
              <a:t>[INTEGRATION SUITE]</a:t>
            </a:r>
          </a:p>
          <a:p>
            <a:r>
              <a:t>- TestIntegration_RetryWithCircuitBreaker -&gt; PASS</a:t>
            </a:r>
          </a:p>
          <a:p>
            <a:r>
              <a:t>- TestIntegration_IdempotentRetry -&gt; PASS</a:t>
            </a:r>
          </a:p>
          <a:p>
            <a:r>
              <a:t>- Race detector (go test -race ./...) berjalan bersih tanpa data race</a:t>
            </a:r>
          </a:p>
          <a:p>
            <a:r>
              <a:t>[DURASI &amp; STABILITAS]</a:t>
            </a:r>
          </a:p>
          <a:p>
            <a:r>
              <a:t>- Total 13 automated test cases selesai dalam ~1.6 detik</a:t>
            </a:r>
          </a:p>
          <a:p>
            <a:r>
              <a:t>- Semua race window diuji dengan goroutine agresif</a:t>
            </a:r>
          </a:p>
          <a:p>
            <a:r>
              <a:t>- Zero flake, deterministik, dan reproducible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Program Demo Interaktif: cmd/demo/main.go</a:t>
            </a:r>
          </a:p>
          <a:p/>
          <a:p>
            <a:r>
              <a:t>Mental Model: The runnable demo proves deadline cancellation, jittered retry, trip/recovery, and dedup in action.</a:t>
            </a:r>
          </a:p>
          <a:p/>
          <a:p>
            <a:r>
              <a:t>[SKENARIO 1 &amp; 2]</a:t>
            </a:r>
          </a:p>
          <a:p>
            <a:r>
              <a:t>- Demo 1: Context Deadline membatalkan task yang melampaui budget</a:t>
            </a:r>
          </a:p>
          <a:p>
            <a:r>
              <a:t>- Output: Deadline propagation result: context deadline exceeded</a:t>
            </a:r>
          </a:p>
          <a:p>
            <a:r>
              <a:t>- Demo 2: Retrier mencoba 3 kali dengan Full Jitter hingga sukses</a:t>
            </a:r>
          </a:p>
          <a:p>
            <a:r>
              <a:t>- Output: Attempt #1, #2, #3 dieksekusi dengan jeda acak seragam</a:t>
            </a:r>
          </a:p>
          <a:p>
            <a:r>
              <a:t>[SKENARIO 3]</a:t>
            </a:r>
          </a:p>
          <a:p>
            <a:r>
              <a:t>- Demo 3: Circuit Breaker dari CLOSED -&gt; 2 gagal -&gt; OPEN</a:t>
            </a:r>
          </a:p>
          <a:p>
            <a:r>
              <a:t>- Call ditolak instan saat OPEN; cooldown -&gt; HALF_OPEN -&gt; sukses -&gt; CLOSED</a:t>
            </a:r>
          </a:p>
          <a:p>
            <a:r>
              <a:t>- Output membuktikan pemulihan otomatis saat downstream sehat kembali</a:t>
            </a:r>
          </a:p>
          <a:p>
            <a:r>
              <a:t>[SKENARIO 4]</a:t>
            </a:r>
          </a:p>
          <a:p>
            <a:r>
              <a:t>- Demo 4: Idempotent Request Retry Protection</a:t>
            </a:r>
          </a:p>
          <a:p>
            <a:r>
              <a:t>- Attempt 1: Charged $100 successfully</a:t>
            </a:r>
          </a:p>
          <a:p>
            <a:r>
              <a:t>- Attempt 2 (Retry): Charged $100 successfully (DEDUPLICATED)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Empat Anti-Pattern Umum Terkait Timeout</a:t>
            </a:r>
          </a:p>
          <a:p/>
          <a:p>
            <a:r>
              <a:t>Mental Model: Arbitrary high timeouts and jitterless retries turn minor glitches into catastrophic outages.</a:t>
            </a:r>
          </a:p>
          <a:p/>
          <a:p>
            <a:r>
              <a:t>[1. TIMEOUT ANGKA BESAR]</a:t>
            </a:r>
          </a:p>
          <a:p>
            <a:r>
              <a:t>- Menyetel timeout 30s-60s 'supaya aman dan tidak gampang error'</a:t>
            </a:r>
          </a:p>
          <a:p>
            <a:r>
              <a:t>- Menyebabkan antrian thread meledak saat dependency melambat sejenak</a:t>
            </a:r>
          </a:p>
          <a:p>
            <a:r>
              <a:t>- Harus berbasis latency P99 riil + toleransi sempit (misal 2.5× P99)</a:t>
            </a:r>
          </a:p>
          <a:p>
            <a:r>
              <a:t>[2. RETRY TANPA JITTER]</a:t>
            </a:r>
          </a:p>
          <a:p>
            <a:r>
              <a:t>- Retry terjadwal kaku pada interval eksak (1s, 2s, 4s)</a:t>
            </a:r>
          </a:p>
          <a:p>
            <a:r>
              <a:t>- Menciptakan fenomena thundering herd yang melumpuhkan recovery backend</a:t>
            </a:r>
          </a:p>
          <a:p>
            <a:r>
              <a:t>- Wajib acak penuh dengan Full Jitter</a:t>
            </a:r>
          </a:p>
          <a:p>
            <a:r>
              <a:t>[3. BLIND RETRY &amp; ONLY HTTP]</a:t>
            </a:r>
          </a:p>
          <a:p>
            <a:r>
              <a:t>- Mengulang request mutasi tanpa idempotency key -&gt; data corrupt</a:t>
            </a:r>
          </a:p>
          <a:p>
            <a:r>
              <a:t>- Hanya memasang timeout di reverse proxy/HTTP, lupa membatasi SQL query</a:t>
            </a:r>
          </a:p>
          <a:p>
            <a:r>
              <a:t>- PostgreSQL connection pool tetap terkuras habis oleh query gantung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PostgreSQL Timeouts: Perlindungan Connection Pool</a:t>
            </a:r>
          </a:p>
          <a:p/>
          <a:p>
            <a:r>
              <a:t>Mental Model: Application timeouts are useless if slow database queries hold open connection pools indefinitely.</a:t>
            </a:r>
          </a:p>
          <a:p/>
          <a:p>
            <a:r>
              <a:t>[STATEMENT TIMEOUT]</a:t>
            </a:r>
          </a:p>
          <a:p>
            <a:r>
              <a:t>- SET statement_timeout = '5s'</a:t>
            </a:r>
          </a:p>
          <a:p>
            <a:r>
              <a:t>- Membatalkan query secara paksa jika durasi komputasi melebihi batas</a:t>
            </a:r>
          </a:p>
          <a:p>
            <a:r>
              <a:t>- Mencegah table scan tak terindeks menghabiskan CPU database</a:t>
            </a:r>
          </a:p>
          <a:p>
            <a:r>
              <a:t>[LOCK TIMEOUT]</a:t>
            </a:r>
          </a:p>
          <a:p>
            <a:r>
              <a:t>- SET lock_timeout = '2s'</a:t>
            </a:r>
          </a:p>
          <a:p>
            <a:r>
              <a:t>- Membatalkan transaksi jika menunggu exclusive lock terlalu lama</a:t>
            </a:r>
          </a:p>
          <a:p>
            <a:r>
              <a:t>- Mencegah antrian DDL/UPDATE memblokir ribuan pembaca (connection pileup)</a:t>
            </a:r>
          </a:p>
          <a:p>
            <a:r>
              <a:t>[IDLE IN TRANSACTION]</a:t>
            </a:r>
          </a:p>
          <a:p>
            <a:r>
              <a:t>- SET idle_in_transaction_session_timeout = '10s'</a:t>
            </a:r>
          </a:p>
          <a:p>
            <a:r>
              <a:t>- Memutus koneksi yang membuka BEGIN tapi tidak kunjung COMMIT</a:t>
            </a:r>
          </a:p>
          <a:p>
            <a:r>
              <a:t>- Mencegah hold lock tak sengaja dan bloat vacuum pada tabel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Propagasi Batas Waktu Lintas Protokol Jaringan</a:t>
            </a:r>
          </a:p>
          <a:p/>
          <a:p>
            <a:r>
              <a:t>Mental Model: Transmit remaining duration, never absolute timestamps, to eliminate clock skew hazards.</a:t>
            </a:r>
          </a:p>
          <a:p/>
          <a:p>
            <a:r>
              <a:t>[GRPC HEADERS (STANDAR)]</a:t>
            </a:r>
          </a:p>
          <a:p>
            <a:r>
              <a:t>- Header resmi: grpc-timeout (misal 500m untuk 500 milidetik)</a:t>
            </a:r>
          </a:p>
          <a:p>
            <a:r>
              <a:t>- Downstream gRPC client otomatis mengurangi durasi transmisi</a:t>
            </a:r>
          </a:p>
          <a:p>
            <a:r>
              <a:t>- Menerapkan context deadline langsung ke server handler</a:t>
            </a:r>
          </a:p>
          <a:p>
            <a:r>
              <a:t>[HTTP/REST HEADERS]</a:t>
            </a:r>
          </a:p>
          <a:p>
            <a:r>
              <a:t>- Belum ada standar tunggal ISO; heterogen antar vendor</a:t>
            </a:r>
          </a:p>
          <a:p>
            <a:r>
              <a:t>- Pola umum: Request-Timeout, X-Request-Timeout, atau Baggage</a:t>
            </a:r>
          </a:p>
          <a:p>
            <a:r>
              <a:t>- W3C Baggage / OpenTelemetry Context Injection semakin populer</a:t>
            </a:r>
          </a:p>
          <a:p>
            <a:r>
              <a:t>[CLOCK SKEW DEFENSE]</a:t>
            </a:r>
          </a:p>
          <a:p>
            <a:r>
              <a:t>- Jangan pernah mengirim absolut wall-clock time (misal 14:00:05.123)</a:t>
            </a:r>
          </a:p>
          <a:p>
            <a:r>
              <a:t>- Perbedaan NTP antar host (clock skew) dapat menyebabkan false timeout</a:t>
            </a:r>
          </a:p>
          <a:p>
            <a:r>
              <a:t>- Selalu transmisikan sisa durasi relatif (remaining duration)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Batasan Eksplisit Implementasi Lab 28</a:t>
            </a:r>
          </a:p>
          <a:p/>
          <a:p>
            <a:r>
              <a:t>Mental Model: Educational implementations highlight core principles; production requires distributed state stores.</a:t>
            </a:r>
          </a:p>
          <a:p/>
          <a:p>
            <a:r>
              <a:t>[IN-MEMORY IDEMPOTENCY]</a:t>
            </a:r>
          </a:p>
          <a:p>
            <a:r>
              <a:t>- Lab menyimpan key di memori dengan sync.Mutex</a:t>
            </a:r>
          </a:p>
          <a:p>
            <a:r>
              <a:t>- Data hilang saat server crash atau restart</a:t>
            </a:r>
          </a:p>
          <a:p>
            <a:r>
              <a:t>- Produksi butuh Redis cluster atau database transaksional</a:t>
            </a:r>
          </a:p>
          <a:p>
            <a:r>
              <a:t>[PROSES TUNGGAL (SINGLE PROCESS)]</a:t>
            </a:r>
          </a:p>
          <a:p>
            <a:r>
              <a:t>- Deadline diuji dalam context Go proses tunggal</a:t>
            </a:r>
          </a:p>
          <a:p>
            <a:r>
              <a:t>- Tidak mencakup transmisi serialisasi wire protocol gRPC/HTTP</a:t>
            </a:r>
          </a:p>
          <a:p>
            <a:r>
              <a:t>- Tidak memodelkan dynamic adaptive timeout berbasis P99 live</a:t>
            </a:r>
          </a:p>
          <a:p>
            <a:r>
              <a:t>[DATABASE STORAGE LAYER]</a:t>
            </a:r>
          </a:p>
          <a:p>
            <a:r>
              <a:t>- Lab membuktikan konsep melalui arsitektur software</a:t>
            </a:r>
          </a:p>
          <a:p>
            <a:r>
              <a:t>- Konfigurasi PostgreSQL statement_timeout dibahas konseptual</a:t>
            </a:r>
          </a:p>
          <a:p>
            <a:r>
              <a:t>- Tidak menjalankan live cluster Docker PostgreSQL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Perbandingan: Tanpa Perlindungan vs Sistem Resilien</a:t>
            </a:r>
          </a:p>
          <a:p/>
          <a:p>
            <a:r>
              <a:t>Mental Model: Resilience patterns transform uncontrolled systemic failure into graceful degraded operation.</a:t>
            </a:r>
          </a:p>
          <a:p/>
          <a:p>
            <a:r>
              <a:t>[KONDISI TANPA PERLINDUNGAN]</a:t>
            </a:r>
          </a:p>
          <a:p>
            <a:r>
              <a:t>- Default HTTP Client Go: No Timeout (menunggu selamanya)</a:t>
            </a:r>
          </a:p>
          <a:p>
            <a:r>
              <a:t>- Dependency lambat 60s: Thread pool terkuras, QPS anjlok ke 1.6</a:t>
            </a:r>
          </a:p>
          <a:p>
            <a:r>
              <a:t>- Retry instan: Terjadi thundering herd retry storm</a:t>
            </a:r>
          </a:p>
          <a:p>
            <a:r>
              <a:t>- Network timeout pada mutasi: Rentan double charge transaksi</a:t>
            </a:r>
          </a:p>
          <a:p>
            <a:r>
              <a:t>[DENGAN TIME BUDGET &amp; RESILIENCE]</a:t>
            </a:r>
          </a:p>
          <a:p>
            <a:r>
              <a:t>- Time Budget: Eksekusi dibatasi tegas; resource segera dilepas</a:t>
            </a:r>
          </a:p>
          <a:p>
            <a:r>
              <a:t>- Hierarchical Deadline: Downstream berhenti jika parent dibatalkan</a:t>
            </a:r>
          </a:p>
          <a:p>
            <a:r>
              <a:t>- Full Jitter Retries: Beban tersebar merata secara statistik</a:t>
            </a:r>
          </a:p>
          <a:p>
            <a:r>
              <a:t>- Circuit Breaker &amp; Idempotency: Downstream dilindungi, data aman</a:t>
            </a:r>
          </a:p>
          <a:p>
            <a:r>
              <a:t>[HASIL OBSERVABILITAS]</a:t>
            </a:r>
          </a:p>
          <a:p>
            <a:r>
              <a:t>- Sistem tahan terhadap kegagalan parsial tanpa downtime total</a:t>
            </a:r>
          </a:p>
          <a:p>
            <a:r>
              <a:t>- Resource usage (thread, socket, memory) tetap terkendali stabil</a:t>
            </a:r>
          </a:p>
          <a:p>
            <a:r>
              <a:t>- Zero orphan goroutine / memory leak di background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Inti Perancangan Timeouts di Produksi</a:t>
            </a:r>
          </a:p>
          <a:p/>
          <a:p>
            <a:r>
              <a:t>Mental Model: Bound every call, jitter every retry, and key every mutation for absolute resilience.</a:t>
            </a:r>
          </a:p>
          <a:p/>
          <a:p>
            <a:r>
              <a:t>[1. SET EXPLICIT BOUNDS EVERYWHERE]</a:t>
            </a:r>
          </a:p>
          <a:p>
            <a:r>
              <a:t>- Jangan pernah menggunakan default timeout nol pada client manapun</a:t>
            </a:r>
          </a:p>
          <a:p>
            <a:r>
              <a:t>- Pasang batas waktu pada HTTP client, gRPC, database, dan messaging queue</a:t>
            </a:r>
          </a:p>
          <a:p>
            <a:r>
              <a:t>- Tetapkan timeout berdasarkan data observabilitas P99 latency aktual</a:t>
            </a:r>
          </a:p>
          <a:p>
            <a:r>
              <a:t>[2. ALWAYS JITTER RETRIES]</a:t>
            </a:r>
          </a:p>
          <a:p>
            <a:r>
              <a:t>- Gunakan Full Jitter untuk mendispersi waktu tunggu antar client</a:t>
            </a:r>
          </a:p>
          <a:p>
            <a:r>
              <a:t>- Kombinasikan dengan Circuit Breaker untuk memotong retry sia-sia</a:t>
            </a:r>
          </a:p>
          <a:p>
            <a:r>
              <a:t>- Batasi jumlah maksimal retry secara konservatif (2-3 kali)</a:t>
            </a:r>
          </a:p>
          <a:p>
            <a:r>
              <a:t>[3. SAFEGUARD MUTATIONS WITH KEYS]</a:t>
            </a:r>
          </a:p>
          <a:p>
            <a:r>
              <a:t>- Anggap timeout sebagai status indeterminate</a:t>
            </a:r>
          </a:p>
          <a:p>
            <a:r>
              <a:t>- Kirim Idempotency-Key pada semua operasi POST / mutasi state</a:t>
            </a:r>
          </a:p>
          <a:p>
            <a:r>
              <a:t>- Simpan status eksekusi dengan TTL untuk menghentikan double execution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Ringkasan Lab 28: Timeouts &amp; Deadlines</a:t>
            </a:r>
          </a:p>
          <a:p/>
          <a:p>
            <a:r>
              <a:t>Mental Model: Distributed resilience requires time bounds at every layer: deadline, retry jitter, breaker, and dedup.</a:t>
            </a:r>
          </a:p>
          <a:p/>
          <a:p>
            <a:r>
              <a:t>[KOMPONEN TERVERIFIKASI]</a:t>
            </a:r>
          </a:p>
          <a:p>
            <a:r>
              <a:t>- Context Deadline: non-blocking channel, inheritance terjaga</a:t>
            </a:r>
          </a:p>
          <a:p>
            <a:r>
              <a:t>- Full Jitter Retrier: distribusi acak seragam, anti thundering herd</a:t>
            </a:r>
          </a:p>
          <a:p>
            <a:r>
              <a:t>- Circuit Breaker: 3-state transisi aman konkuren (CLOSED/OPEN/HALF_OPEN)</a:t>
            </a:r>
          </a:p>
          <a:p>
            <a:r>
              <a:t>- Idempotency Store: thread-safe dedup dengan lazy TTL eviction</a:t>
            </a:r>
          </a:p>
          <a:p>
            <a:r>
              <a:t>[HASIL VERIFIKASI]</a:t>
            </a:r>
          </a:p>
          <a:p>
            <a:r>
              <a:t>- 13 unit &amp; integration test PASS (100%)</a:t>
            </a:r>
          </a:p>
          <a:p>
            <a:r>
              <a:t>- Race detector clean (go test -race ./...)</a:t>
            </a:r>
          </a:p>
          <a:p>
            <a:r>
              <a:t>- Demo interaktif berhasil membuktikan seluruh skenario</a:t>
            </a:r>
          </a:p>
          <a:p>
            <a:r>
              <a:t>[SUMBER KODE &amp; REPOSITORI]</a:t>
            </a:r>
          </a:p>
          <a:p>
            <a:r>
              <a:t>- Repository: https://github.com/lukman-ss/software-engineering-lab/tree/main/labs/28-timeouts-and-deadlines</a:t>
            </a:r>
          </a:p>
          <a:p>
            <a:r>
              <a:t>- Commit Hash: bdb285d35a71c9a309e83a0e4497b9dbd842ceb8</a:t>
            </a:r>
          </a:p>
          <a:p>
            <a:r>
              <a:t>- Uji mandiri: go test -v -race ./... &amp;&amp; go run ./cmd/demo</a:t>
            </a:r>
          </a:p>
          <a:p>
            <a:r>
              <a:t>- Author: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Timeouts &amp; Deadlines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Mencegah Satu Dependency Lambat Menghancurkan Seluruh Ekosistem Distributed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087F76"/>
                </a:solidFill>
                <a:latin typeface="Courier New"/>
              </a:defRPr>
            </a:pPr>
            <a:r>
              <a:t>&gt; system_check --lab 28 --topic 'timeouts-and-deadlines'</a:t>
            </a:r>
            <a:br/>
            <a:r>
              <a:t>&gt; author: Lukman / lukman-ss | status: PRODUCTION VERIFIED</a:t>
            </a:r>
            <a:br/>
            <a:r>
              <a:t>&gt; commit: bdb285d3 | tests: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Slow Dependency Lebih Berbahaya daripada Dead Dependency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Fast failure melepaskan resource seketika; latency tinggi menahan thread pool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FAST FAILURE (DEAD)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Mengembalikan ECONNREFUSED atau reset paket secara instan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Worker thread langsung dilepas ke pool dalam orde mikrodetik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Sistem caller tetap responsif untuk request 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SLOW DEPENDENCY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Latency melonjak drastis, misal dari 300ms menjadi 60 detik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Request in-flight tertahan di thread pool, memory, dan socket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Endpoint independen (/profile, /health) kehabisan worker thread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FORMULA LITTLE'S LAW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 = λ × W (Konkurensi = Arrival Rate × Latency)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W naik 200× (0.3s ke 60s), kapasitas L meledak 200× lipat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Thread pool 100 worker hanya mampu melayani 1.6 QPS pada W=60s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Fast failure frees resources immediately; slow dependencies hoard threads until total starvation.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Timeout Adalah Resource Guardrail, Bukan Tebakan Aman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Empat prinsip fundamental dalam perancangan time budget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TIMEOUT ≠ FAILURE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Timeout berarti caller tidak menerima response tepat waktu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Status backend adalah indeterminate: mungkin sukses, mungkin gagal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pernah mengasumsikan transaksi dibatalkan hanya karena timeout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BUDGET HIERARKIS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Deadline harus diwariskan dari hulu ke hilir distributed trace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Child timeout tidak boleh melebihi sisa waktu parent deadline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Downstream harus membatalkan eksekusi jika parent telah timeout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PROTEKSI TOTAL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Retry tanpa jitter menciptakan thundering herd retry storm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HTTP timeout tidak melindungi DB connection pool dari query liar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statement_timeout pada database storage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Timeout means caller gave up waiting, not that the backend operation was aborted.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Komponen Pertahanan Terdistribusi Lab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Empat subsistem mandiri yang bekerja bersinergi menahan kegagalan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1. CONTEXT DEADLINE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Package internal/deadline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Pewarisan context.WithTimeout dengan channel non-blocking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Pencegahan goroutine leak saat caller membatalkan eksekusi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2. RETRY WITH FULL JITTER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Package internal/retry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Exponential backoff 2^(attempt-1) dikombinasikan seragam acak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Menghilangkan thundering herd antar worker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3. CIRCUIT BREAKER &amp; DEDUP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Package internal/circuit: State CLOSED, OPEN, HALF_OPEN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Package internal/idempotency: Store in-memory dengan lazy eviction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Melindungi downstream yang kolaps dan mencegah double charge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resilient pipeline combines deadlines, jittered retries, circuit breaking, and idempotency.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labs/28-timeouts-and-deadlines/engineering/01-design.md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Implementasi Context Deadline di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Memastikan child budget tunduk pada parent context tanpa memory leak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CHILD TIMEOUT BUDGET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childCtx, cancel := context.WithTimeout(ctx, budget)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defer cancel() selalu dipanggil untuk membersihkan timer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Child deadline = min(parent.Deadline(), now +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BUFFERED CHANNEL (CAP=1)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done := make(chan error, 1)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Kapasitas 1 menjamin goroutine pekerja tidak pernah block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goroutine leak saat select memilih childCtx.Done()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BUKTI PENGUJIAN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TestExecuteWithBudget_Timeout: task 100ms dipotong budget 20ms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TestExecuteWithBudget_ParentTimeoutInherited: parent 20ms batalkan budget 500ms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Mengembalikan context.DeadlineExceeded secara deterministik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Always buffer the completion channel to capacity 1 to prevent goroutine leaks on timeout.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labs/28-timeouts-and-deadlines/internal/deadline/deadline.go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Pewarisan Deadline dalam Hierarki Distributed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Waktu tidak bertambah di downstream; deadline selalu menyusut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API GATEWAY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API Gateway menetapkan timeout 500ms untuk request user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Service A butuh 150ms pemrosesan lokal sebelum memanggil Service B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Budget aktual yang diteruskan ke Service B tersisa 350ms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DOWNSTREAM OVER-ESTIMATION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Service B membuat timeout 2 detik sendiri tanpa parent ctx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Saat detik ke-1 user sudah menerima 504 Gateway Timeout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Service B tetap membakar CPU untuk request yang tidak lagi dinanti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MEKANISME GOLANG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context.WithTimeout secara otomatis mewarisi parent deadline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parent deadline lebih pendek dari budget baru, parent menang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Sub-operasi berhenti bersamaan saat parent deadline terpicu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Time budgets strictly shrink as calls descend through microservice trees.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labs/28-timeouts-and-deadlines/internal/deadline/deadline_test.go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Bahaya Retry Tanpa Jitter: Thundering Herd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Retry deterministik menyinkronkan ribuan client menjadi gelombang perusak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SINKRONISASI CLIENT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1.000 client gagal bersamaan saat database spike sejenak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Semua client menjadwalkan retry tepat pada attempt × 100ms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Downstream dihantam gelombang request periodik yang sinkron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RETRY STORM COLLAPSE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Server downstream yang baru pulih langsung tumbang kembali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Cascading failure merambat naik ke API Gateway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Load amplification: 1 request asli menjadi 3-5 request bersamaan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SOLUSI AWS ARCHITECTURE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Bukan sekadar exponential backoff berlipat ganda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Wajib menambahkan randomisasi penuh (Full Jitter)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Meredistribusikan beban secara merata di sepanjang sumbu waktu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Deterministic retries synchronize clients into destructive thundering herds.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Matematika Exponential Backoff dengan Full Jitter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sleep = random(0, min(maxBackoff, baseBackoff × 2^(attempt-1)))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FORMULA KALKULASI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multiplier := 1 &lt;&lt; uint(attempt - 1)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temp := min(MaxBackoff, BaseBackoff * multiplier)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sleep := rand.Float64() * temp (Distribusi Seragam)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KEUNGGULAN FULL JITTER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AWS Research membuktikan Full Jitter meminimalkan total waktu kerja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Mengurangi server contention hingga titik terendah dibanding Equal Jitter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client memiliki waktu tunggu yang independen secara statistik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BATASAN IMPLEMENTASI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&lt;= 0 ditangani aman dengan membatasi shift bit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Backoff dibatasi MaxBackoff untuk mencegah overflow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Default zero config: 3 attempts, base 10ms, max 100ms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Full jitter samples uniformly from zero to the exponential ceiling, maximizing dispersion.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labs/28-timeouts-and-deadlines/internal/retry/retry.go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Loop Eksekusi Retrier dengan Respek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Retry loop yang berhenti seketika saat context timeout tercapai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STRUKTUR EKSEKUSI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Iterasi 1 hingga cfg.MaxAttempts secara berurutan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Mengeksekusi operasi fn(ctx) di tiap iterasi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err == nil, fungsi langsung return tanpa sleep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RESPEK TERHADAP CONTEXT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Sleep dilakukan menggunakan select { case &lt;-time.After(): ... }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case &lt;-ctx.Done(): return ctx.Err() membatalkan jeda tidur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membuang waktu menunggu jika caller sudah membatalkan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ERROR HANDLING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Mengembalikan ErrMaxRetriesExceeded jika semua percobaan gagal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Membungkus lastErr untuk debugging riwayat kegagalan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 membuktikan retry berhenti saat parent context hangus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retrier must abort its sleep immediately when the governing context is cancelled.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labs/28-timeouts-and-deadlines/internal/retry/retry.go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Circuit Breaker: Menghindari Hammering Downstream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Tiga status proteksi: CLOSED, OPEN, dan HALF-OPEN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CLOSED STATE (NORMAL)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Semua request diteruskan langsung ke downstream service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Menghitung kegagalan berturut-turut (consecutive failures)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failure count &gt;= FailureThreshold (misal 2), transisi ke OPEN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OPEN STATE (ISOLASI)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Semua request langsung ditolak dengan ErrCircuitOpen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ada satupun request yang dikirim ke downstream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Memberikan ruang napas bagi downstream yang kolaps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HALF-OPEN STATE (UJI COBA)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Aktif otomatis setelah CooldownWindow (misal 50ms) berlalu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Mengizinkan request uji coba masuk secara bertahap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Sukses berturut-turut memulihkan ke CLOSED; 1 gagal kembali ke OPEN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Circuit breaker fails fast to give dying downstream dependencies room to recover.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labs/28-timeouts-and-deadlines/internal/circuit/circuit.go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Thread-Safe State Transitions pada 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Sinkronisasi state menggunakan sync.RWMutex untuk throughput tinggi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METODE ALLOW() &amp; READ 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b.mu.RLock() membaca state saat ini secara konkuren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Mengecek apakah durasi OPEN telah melampaui CooldownWindow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Promosi ke b.mu.Lock() hanya saat transisi status ke HALF_OPEN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RECORD SUCCESS &amp; FAILURE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b.mu.Lock() eksklusif memperbarui counter dan timestamp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Di HALF_OPEN: 1 kegagalan langsung memicu OPEN kembali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Di HALF_OPEN: sukses mencapai threshold memicu pemulihan ke CLOSED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VERIFIKASI INTEGRITAS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TestCircuitBreaker_StateTransitions memvalidasi siklus penuh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TestCircuitBreaker_HalfOpenFailureTripsOpen memvalidasi sensitivitas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Lolos pengujian race detector tanpa race condition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Fast reads under RLock; atomic state mutations under exclusive 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labs/28-timeouts-and-deadlines/internal/circuit/circuit.go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Ambiguitas Status Saat Operasi Mengalami Timeout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Apakah request benar-benar gagal atau berhasil tapi respon hilang?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JARINGAN ASINKRON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Client mengirim request POST /charges untuk potong saldo $100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bank sukses mendebit saldo nasabah di backend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Kabel fiber putus atau reverse proxy timeout sebelum ACK terkirim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DILEMA CLIENT CALLER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Client hanya menerima pesan: context deadline exceeded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Client TIDAK BISA membedakan apakah transaksi sukses atau gagal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Jika caller langsung melakukan retry mentah, saldo terpotong $200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PERLINDUNGAN IDEMPOTENSI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operasi yang mengubah state wajib menyertakan Idempotency-Key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Server menyimpan hash request dan response hasil pemrosesan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Retry dengan key yang sama tidak boleh mengeksekusi ulang transaksi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Timeout is indeterminate: the database write may have committed even if the network dropped.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In-Memory Idempotency Store &amp; Lazy Eviction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Penyimpanan response dengan TTL dan pembersihan pasif tanpa timer leak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RECORD STRUKTUR &amp; TTL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type Record struct { Response string; CreatedAt time.Time }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Set(key, response) menyimpan payload dengan timestamp saat ini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Store menjaga masa retensi data sesuai configured TTL (misal 50ms)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LAZY EVICTION PATTERN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menggunakan background goroutine periodik pemakan resource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Get(key) memeriksa selisih time.Since(rec.CreatedAt) &gt; s.ttl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Record kadaluarsa dihapus seketika saat diakses pembaca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WRITE LOCK PADA METHOD GET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Method Get() menggunakan s.mu.Lock(), bukan RLock()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Penting karena lazy eviction melakukan mutasi delete(s.records, key)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Menjamin konsistensi memori dan lolos race detector di bawah 50 goroutine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Lazy eviction cleans expired keys during lookups, eliminating background cleaner goroutines.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labs/28-timeouts-and-deadlines/internal/idempotency/idempotency.go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Integrasi: Retry Loop Bersanding dengan Circuit 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Breaker memotong rantai retry seketika saat downstream terbukti 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EKSEKUSI BERSAMA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Retrier dikonfigurasi 4 attempt dengan backoff 5ms - 20ms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Circuit Breaker memiliki failure threshold 2 dan cooldown 50ms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Downstream disimulasikan selalu mengalami kegagalan 500 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PEMOTONGAN CEPAT (FAST ABORT)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#1 gagal -&gt; Breaker failure count = 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#2 gagal -&gt; Breaker failure count = 2 -&gt; State beralih ke OPEN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#3 &amp; #4 langsung ditolak lokal oleh Allow() tanpa call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PROTEKSI TOTAL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retry membebani backend yang sedang berjuang pulih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Waktu eksekusi caller terpangkas drastis tanpa sleep yang sia-sia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TestIntegration_RetryWithCircuitBreaker membuktikan pemotongan 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Circuit breakers short-circuit futile retries before they hit an already failing downstream.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labs/28-timeouts-and-deadlines/tests/integration_test.go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Integrasi: Safe Retries Melalui Idempotency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Memastikan operasi non-idempoten aman dieksekusi berulang kali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SIMULASI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Operasi bisnis: actualExecutions counter mencatat eksekusi nyata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Request pertama berhasil menyimpan hasil ke Idempotency Store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Tetapi caller mengalami transient network disconnect sebelum terima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EKSEKUSI RETRY LOOP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Retrier menjalankan 3 attempt pengulangan dengan request yang 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Store.Get(idempotencyKey) menemukan cache record transaksi sebelumnya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Mengembalikan response tersimpan dengan label DEDUPLICATED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HASIL VERIFIKASI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actualExecutions tetap bernilai 1 meskipun attempt berlangsung berkali-kali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Uang nasabah hanya terdebit sekali; saldo aman dari double charging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TestIntegration_IdempotentRetry mengonfirmasi proteksi absolut 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Idempotency keys make retries safe by returning cached results for duplicate requests.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labs/28-timeouts-and-deadlines/tests/integration_test.go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Verifikasi Komprehensif: 13 Test Case Lolos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Pengujian menyeluruh mencakup unit, konkurensi, dan integrasi lintas modul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DISTRIBUSI TEST SUITE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internal/circuit: 3 tests (StateTransitions, HalfOpenFailure, ZeroConfig)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internal/deadline: 3 tests (Success, Timeout, ParentInherited)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internal/retry: 5 tests (FirstTry, RetryUntilSuccess, ExceedMax, ContextCanceled, Bounds)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internal/idempotency: 3 tests (GetSet, ConcurrentAccess, LazyEviction)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INTEGRATION SUITE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TestIntegration_RetryWithCircuitBreaker -&gt;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TestIntegration_IdempotentRetry -&gt;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detector (go test -race ./...) berjalan bersih tanpa data race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DURASI &amp; STABILITAS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 13 automated test cases selesai dalam ~1.6 detik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Semua race window diuji dengan goroutine agresif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Zero flake, deterministik, dan reproducible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13/13 tests pass cleanly under the Go race detector, verifying concurrent correctness.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labs/28-timeouts-and-deadlines/tests/integration_test.go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Program Demo Interaktif: cmd/demo/main.go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Demonstrasi langsung 4 skenario ketahanan dalam 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1 &amp; 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Demo 1: Context Deadline membatalkan task yang melampaui budget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Output: Deadline propagation result: context deadline exceeded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Demo 2: Retrier mencoba 3 kali dengan Full Jitter hingga sukses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Output: Attempt #1, #2, #3 dieksekusi dengan jeda acak seragam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3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Demo 3: Circuit Breaker dari CLOSED -&gt; 2 gagal -&gt; OPEN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Call ditolak instan saat OPEN; cooldown -&gt; HALF_OPEN -&gt; sukses -&gt; CLOSED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Output membuktikan pemulihan otomatis saat downstream sehat kembali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SKENARIO 4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Demo 4: Idempotent Request Retry Protection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1: Charged $100 successfully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Attempt 2 (Retry): Charged $100 successfully (DEDUPLICATED)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The runnable demo proves deadline cancellation, jittered retry, trip/recovery, and dedup in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labs/28-timeouts-and-deadlines/cmd/demo/main.go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Empat Anti-Pattern Umum Terkait Timeout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Kebiasaan buruk di industri yang memicu cascading failure di produksi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1. TIMEOUT ANGKA BESAR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Menyetel timeout 30s-60s 'supaya aman dan tidak gampang error'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Menyebabkan antrian thread meledak saat dependency melambat sejenak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Harus berbasis latency P99 riil + toleransi sempit (misal 2.5× P99)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2. RETRY TANPA JITTER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Retry terjadwal kaku pada interval eksak (1s, 2s, 4s)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Menciptakan fenomena thundering herd yang melumpuhkan recovery backend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Wajib acak penuh dengan Full Jitter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3. BLIND RETRY &amp; ONLY HTTP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Mengulang request mutasi tanpa idempotency key -&gt; data corrupt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Hanya memasang timeout di reverse proxy/HTTP, lupa membatasi SQL query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PostgreSQL connection pool tetap terkuras habis oleh query gantung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Arbitrary high timeouts and jitterless retries turn minor glitches into catastrophic outages.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PostgreSQL Timeouts: Perlindungan Connection 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Mencegah query lambat atau lock gantung membajak seluruh koneksi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STATEMENT TIMEOUT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 statement_timeout = '5s'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Membatalkan query secara paksa jika durasi komputasi melebihi batas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table scan tak terindeks menghabiskan CPU database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LOCK TIMEOUT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 lock_timeout = '2s'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Membatalkan transaksi jika menunggu exclusive lock terlalu lama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antrian DDL/UPDATE memblokir ribuan pembaca (connection pileup)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IDLE IN TRANSACTION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 idle_in_transaction_session_timeout = '10s'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Memutus koneksi yang membuka BEGIN tapi tidak kunjung COMMIT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hold lock tak sengaja dan bloat vacuum pada tabel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Application timeouts are useless if slow database queries hold open connection pools indefinitely.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Propagasi Batas Waktu Lintas Protokol Jaringan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Meneruskan deadline melewati batas proses dan host fisik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GRPC HEADERS (STANDAR)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Header resmi: grpc-timeout (misal 500m untuk 500 milidetik)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Downstream gRPC client otomatis mengurangi durasi transmisi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Menerapkan context deadline langsung ke server handler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HTTP/REST HEADERS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Belum ada standar tunggal ISO; heterogen antar vendor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Pola umum: Request-Timeout, X-Request-Timeout, atau Baggage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W3C Baggage / OpenTelemetry Context Injection semakin populer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CLOCK SKEW DEFENSE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pernah mengirim absolut wall-clock time (misal 14:00:05.123)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Perbedaan NTP antar host (clock skew) dapat menyebabkan false timeout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Selalu transmisikan sisa durasi relatif (remaining duration)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Transmit remaining duration, never absolute timestamps, to eliminate clock skew hazards.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labs/28-timeouts-and-deadlines/research/05-report.md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Batasan Eksplisit Implementasi Lab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Pemisahan transparan antara simulator lab dan kebutuhan produksi nyata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IN-MEMORY IDEMPOTENCY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menyimpan key di memori dengan sync.Mutex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 hilang saat server crash atau restart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Produksi butuh Redis cluster atau database transaksional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PROSES TUNGGAL (SINGLE PROCESS)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Deadline diuji dalam context Go proses tunggal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mencakup transmisi serialisasi wire protocol gRPC/HTTP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memodelkan dynamic adaptive timeout berbasis P99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DATABASE STORAGE LAYER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membuktikan konsep melalui arsitektur software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Konfigurasi PostgreSQL statement_timeout dibahas konseptual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menjalankan live cluster Docker 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Educational implementations highlight core principles; production requires distributed state stores.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labs/28-timeouts-and-deadlines/engineering/02-implementation-notes.md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Perbandingan: Tanpa Perlindungan vs Sistem Resilien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Dampak langsung penerapan pola Timeouts &amp; Deadlines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KONDISI TANPA PERLINDUNGAN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Default HTTP Client Go: No Timeout (menunggu selamanya)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Dependency lambat 60s: Thread pool terkuras, QPS anjlok ke 1.6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Retry instan: Terjadi thundering herd retry storm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Network timeout pada mutasi: Rentan double charge transaksi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DENGAN TIME BUDGET &amp; RESILIENCE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Time Budget: Eksekusi dibatasi tegas; resource segera dilepas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Hierarchical Deadline: Downstream berhenti jika parent dibatalkan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Full Jitter Retries: Beban tersebar merata secara statistik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Circuit Breaker &amp; Idempotency: Downstream dilindungi, data aman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HASIL OBSERVABILITAS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Sistem tahan terhadap kegagalan parsial tanpa downtime total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Resource usage (thread, socket, memory) tetap terkendali stabil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Zero orphan goroutine / memory leak di background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Resilience patterns transform uncontrolled systemic failure into graceful degraded operation.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Prinsip Inti Perancangan Timeouts di Produksi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Tiga pilar utama untuk membangun distributed system berdaya tahan tinggi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1. SET EXPLICIT BOUNDS EVERYWHERE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pernah menggunakan default timeout nol pada client manapun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Pasang batas waktu pada HTTP client, gRPC, database, dan messaging queue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Tetapkan timeout berdasarkan data observabilitas P99 latency aktual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2. ALWAYS JITTER RETRIES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Gunakan Full Jitter untuk mendispersi waktu tunggu antar client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Kombinasikan dengan Circuit Breaker untuk memotong retry sia-sia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Batasi jumlah maksimal retry secara konservatif (2-3 kali)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3. SAFEGUARD MUTATIONS WITH KEYS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Anggap timeout sebagai status indeterminate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Kirim Idempotency-Key pada semua operasi POST / mutasi state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Simpan status eksekusi dengan TTL untuk menghentikan double execution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Bound every call, jitter every retry, and key every mutation for absolute resilience.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labs/28-timeouts-and-deadlines/content/05-key-takeaways.md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28 RINGKASAN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Ringkasan Lab 28: Timeouts &amp; Deadlines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KOMPONEN TERVERIFIKASI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Context Deadline: non-blocking channel, inheritance terjaga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Full Jitter Retrier: distribusi acak seragam, anti thundering herd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Circuit Breaker: 3-state transisi aman konkuren (CLOSED/OPEN/HALF_OPEN)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Idempotency Store: thread-safe dedup dengan lazy TTL eviction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HASIL VERIFIKASI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13 unit &amp; integration test PASS (100%)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Race detector clean (go test -race ./...)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Demo interaktif berhasil membuktikan seluruh skenario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SUMBER KODE &amp; REPOSITORI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Repository: https://github.com/lukman-ss/software-engineering-lab/tree/main/labs/28-timeouts-and-deadlines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Commit Hash: bdb285d35a71c9a309e83a0e4497b9dbd842ceb8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Uji mandiri: go test -v -race ./... &amp;&amp; go run ./cmd/demo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Author: Lukman / lukman-ss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Distributed resilience requires time bounds at every layer: deadline, retry jitter, breaker, and dedup.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