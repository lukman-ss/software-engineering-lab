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Read Replicas &amp; Replication Lag</a:t>
            </a:r>
          </a:p>
          <a:p/>
          <a:p>
            <a:r>
              <a:t>[]</a:t>
            </a:r>
          </a:p>
          <a:p>
            <a:r>
              <a:t>- Retro CRT monitor with scanlines and glowing database WAL stream</a:t>
            </a:r>
          </a:p>
          <a:p>
            <a:r>
              <a:t>- Primary node broadcasting monotonic LSN to lagging replicas</a:t>
            </a:r>
          </a:p>
          <a:p>
            <a:r>
              <a:t>- Author: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Anomali Stale Read pada Read Replica</a:t>
            </a:r>
          </a:p>
          <a:p/>
          <a:p>
            <a:r>
              <a:t>Mental Model: Replication lag is the distance between primary commit and replica apply.</a:t>
            </a:r>
          </a:p>
          <a:p/>
          <a:p>
            <a:r>
              <a:t>[GEJALA ANOMALI]</a:t>
            </a:r>
          </a:p>
          <a:p>
            <a:r>
              <a:t>- User melakukan write profil atau checkout pesanan ke primary node</a:t>
            </a:r>
          </a:p>
          <a:p>
            <a:r>
              <a:t>- Request read berikutnya dialihkan round-robin ke replica</a:t>
            </a:r>
          </a:p>
          <a:p>
            <a:r>
              <a:t>- Replica belum menerapkan WAL entry terbaru, menghasilkan data basi atau 404</a:t>
            </a:r>
          </a:p>
          <a:p>
            <a:r>
              <a:t>[AKAR TEKNIS]</a:t>
            </a:r>
          </a:p>
          <a:p>
            <a:r>
              <a:t>- Replikasi asinkron default pada PostgreSQL, MySQL, Aurora, dan MongoDB</a:t>
            </a:r>
          </a:p>
          <a:p>
            <a:r>
              <a:t>- Ada jeda propagasi jaringan dan waktu commit WAL antara master dan replica</a:t>
            </a:r>
          </a:p>
          <a:p>
            <a:r>
              <a:t>- Replica menjamin eventual consistency, bukan linearizability real-time</a:t>
            </a:r>
          </a:p>
          <a:p>
            <a:r>
              <a:t>[DAMPAK PENGGUNA]</a:t>
            </a:r>
          </a:p>
          <a:p>
            <a:r>
              <a:t>- User mengira transaksi gagal lalu mengklik tombol submit berulang kali</a:t>
            </a:r>
          </a:p>
          <a:p>
            <a:r>
              <a:t>- Saldo rekening atau item keranjang belanja terlihat hilang sesaat</a:t>
            </a:r>
          </a:p>
          <a:p>
            <a:r>
              <a:t>- Inkonsistensi session yang merusak kepercayaan pengguna terhadap sistem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Anatomi Aliran Asynchronous Replication</a:t>
            </a:r>
          </a:p>
          <a:p/>
          <a:p>
            <a:r>
              <a:t>Mental Model: Async replication optimizes write latency by accepting eventual consistency on reads.</a:t>
            </a:r>
          </a:p>
          <a:p/>
          <a:p>
            <a:r>
              <a:t>[ALIRAN WAL ENTRY]</a:t>
            </a:r>
          </a:p>
          <a:p>
            <a:r>
              <a:t>- 1. Primary menerima write, catat data, naikkan LSN monotonik</a:t>
            </a:r>
          </a:p>
          <a:p>
            <a:r>
              <a:t>- 2. Primary kembalikan status commit sukses ke client tanpa menunggu replica</a:t>
            </a:r>
          </a:p>
          <a:p>
            <a:r>
              <a:t>- 3. WAL entry disalurkan via stream jaringan ke antrean worker replica</a:t>
            </a:r>
          </a:p>
          <a:p>
            <a:r>
              <a:t>- 4. Worker replica memproses dan menerapkan entry ke memory/disk lokal</a:t>
            </a:r>
          </a:p>
          <a:p>
            <a:r>
              <a:t>[PERSAMAAN LAG]</a:t>
            </a:r>
          </a:p>
          <a:p>
            <a:r>
              <a:t>- Replication Lag = LSN_primary - AppliedLSN_replica</a:t>
            </a:r>
          </a:p>
          <a:p>
            <a:r>
              <a:t>- Lag Waktu (Δt) = Waktu Terima Primary - Waktu Apply Replica</a:t>
            </a:r>
          </a:p>
          <a:p>
            <a:r>
              <a:t>- Kapasitas antrean WAL dan beban I/O lokal menentukan besaran lag</a:t>
            </a:r>
          </a:p>
          <a:p>
            <a:r>
              <a:t>[TRADE-OFF UTAMA]</a:t>
            </a:r>
          </a:p>
          <a:p>
            <a:r>
              <a:t>- Keuntungan: Latensi write sangat rendah dan throughput primary maksimal</a:t>
            </a:r>
          </a:p>
          <a:p>
            <a:r>
              <a:t>- Konsekuensi: Jendela waktu staleness tidak terhindarkan bagi replica read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Garansi Read-Your-Own-Writes</a:t>
            </a:r>
          </a:p>
          <a:p/>
          <a:p>
            <a:r>
              <a:t>Mental Model: Read-your-own-writes is a session guarantee, not global linearizability.</a:t>
            </a:r>
          </a:p>
          <a:p/>
          <a:p>
            <a:r>
              <a:t>[DEFINISI FORMAL]</a:t>
            </a:r>
          </a:p>
          <a:p>
            <a:r>
              <a:t>- Diformalkan oleh Terry et al. (1994) sebagai jaminan sesi terdistribusi</a:t>
            </a:r>
          </a:p>
          <a:p>
            <a:r>
              <a:t>- Jika operasi W1 dilakukan oleh sesi S pada waktu t, maka semua read R</a:t>
            </a:r>
          </a:p>
          <a:p>
            <a:r>
              <a:t>- berikutnya oleh sesi S pada t' &gt; t wajib mengamati efek dari W1</a:t>
            </a:r>
          </a:p>
          <a:p>
            <a:r>
              <a:t>[SKOP GARANSI]</a:t>
            </a:r>
          </a:p>
          <a:p>
            <a:r>
              <a:t>- Berlaku khusus untuk sesi atau user yang melakukan penulisan</a:t>
            </a:r>
          </a:p>
          <a:p>
            <a:r>
              <a:t>- User lain diperbolehkan melihat data yang sedikit tertinggal (stale)</a:t>
            </a:r>
          </a:p>
          <a:p>
            <a:r>
              <a:t>- Menghindari kebutuhan linearizability penuh pada seluruh cluster</a:t>
            </a:r>
          </a:p>
          <a:p>
            <a:r>
              <a:t>[STRATEGI PENYELESAIAN]</a:t>
            </a:r>
          </a:p>
          <a:p>
            <a:r>
              <a:t>- Time-Based Sticky: Paksa read ke primary selama jendela waktu tertentu</a:t>
            </a:r>
          </a:p>
          <a:p>
            <a:r>
              <a:t>- Causal Token / Min LSN: Tunggu replika mengejar LSN commit transaksi</a:t>
            </a:r>
          </a:p>
          <a:p>
            <a:r>
              <a:t>- Synchronous Mode: Terapkan perubahan ke semua replika sebelum commit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Mengapa Naive Read-Split Gagal</a:t>
            </a:r>
          </a:p>
          <a:p/>
          <a:p>
            <a:r>
              <a:t>Mental Model: Naive round-robin blindly routes reads to replicas without freshness verification.</a:t>
            </a:r>
          </a:p>
          <a:p/>
          <a:p>
            <a:r>
              <a:t>[KODE READ NAIF]</a:t>
            </a:r>
          </a:p>
          <a:p>
            <a:r>
              <a:t>- func (r *Router) ReadNaive(key string) {</a:t>
            </a:r>
          </a:p>
          <a:p>
            <a:r>
              <a:t>-     target := replicas[rrIndex.Add(1) % len(replicas)]</a:t>
            </a:r>
          </a:p>
          <a:p>
            <a:r>
              <a:t>-     return target.Read(key)</a:t>
            </a:r>
          </a:p>
          <a:p>
            <a:r>
              <a:t>- }</a:t>
            </a:r>
          </a:p>
          <a:p>
            <a:r>
              <a:t>[URUTAN KEGAGALAN]</a:t>
            </a:r>
          </a:p>
          <a:p>
            <a:r>
              <a:t>- 1. Client Write('user:profile:123', 'Alice') -&gt; Primary LSN 1</a:t>
            </a:r>
          </a:p>
          <a:p>
            <a:r>
              <a:t>- 2. Client ReadNaive('user:profile:123') -&gt; Replika-2 (Applied LSN 0)</a:t>
            </a:r>
          </a:p>
          <a:p>
            <a:r>
              <a:t>- 3. Replika-2 mengembalikan ErrNotFound karena WAL belum di-apply</a:t>
            </a:r>
          </a:p>
          <a:p>
            <a:r>
              <a:t>[TITIK BUTA PENGEMBANG]</a:t>
            </a:r>
          </a:p>
          <a:p>
            <a:r>
              <a:t>- Di lingkungan lokal, lag bernilai ~0ms sehingga bug tidak pernah muncul</a:t>
            </a:r>
          </a:p>
          <a:p>
            <a:r>
              <a:t>- Di staging, volume data rendah menyembunyikan antrean replikasi</a:t>
            </a:r>
          </a:p>
          <a:p>
            <a:r>
              <a:t>- Di produksi dengan network latency dan disk I/O, bug meledak sporadis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Arsitektur Lab 33: Tiga Layer Utama</a:t>
            </a:r>
          </a:p>
          <a:p/>
          <a:p>
            <a:r>
              <a:t>Mental Model: Layered separation decouples cluster replication mechanics from client routing decisions.</a:t>
            </a:r>
          </a:p>
          <a:p/>
          <a:p>
            <a:r>
              <a:t>[KOMPONEN CLUSTER]</a:t>
            </a:r>
          </a:p>
          <a:p>
            <a:r>
              <a:t>- Node: Menyimpan map KV, appliedLSN, dan antrean channel WAL</a:t>
            </a:r>
          </a:p>
          <a:p>
            <a:r>
              <a:t>- Primary: Atomic increment currentLSN, eksekusi write real-time</a:t>
            </a:r>
          </a:p>
          <a:p>
            <a:r>
              <a:t>- Replica: Worker goroutine dengan delay lag terkonfigurasi dan sync.Cond</a:t>
            </a:r>
          </a:p>
          <a:p>
            <a:r>
              <a:t>[DYNAMIC ROUTER]</a:t>
            </a:r>
          </a:p>
          <a:p>
            <a:r>
              <a:t>- Session State: Tracking LastWriteTime dan LastWriteLSN via sync.Map</a:t>
            </a:r>
          </a:p>
          <a:p>
            <a:r>
              <a:t>- Strategi Routing: Naive, Sticky Session, Causal Token, Lag-Aware</a:t>
            </a:r>
          </a:p>
          <a:p>
            <a:r>
              <a:t>- Primary Fallback: Pengalihan otomatis saat replika melebihi batas toleransi</a:t>
            </a:r>
          </a:p>
          <a:p>
            <a:r>
              <a:t>[VERIFIKASI SISTEM]</a:t>
            </a:r>
          </a:p>
          <a:p>
            <a:r>
              <a:t>- Test Suite deterministik: 7 skenario pengujian unit dan integrasi</a:t>
            </a:r>
          </a:p>
          <a:p>
            <a:r>
              <a:t>- Race detector: Bebas data race pada ratusan goroutine konkuren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Primary Node &amp; Monotonic LSN Tracking</a:t>
            </a:r>
          </a:p>
          <a:p/>
          <a:p>
            <a:r>
              <a:t>Mental Model: Monotonic LSN provides a global logical clock for ordering database state.</a:t>
            </a:r>
          </a:p>
          <a:p/>
          <a:p>
            <a:r>
              <a:t>[STRUKTUR WAL &amp; NODE]</a:t>
            </a:r>
          </a:p>
          <a:p>
            <a:r>
              <a:t>- type WALEntry struct {</a:t>
            </a:r>
          </a:p>
          <a:p>
            <a:r>
              <a:t>-     LSN       uint64</a:t>
            </a:r>
          </a:p>
          <a:p>
            <a:r>
              <a:t>-     Key       string</a:t>
            </a:r>
          </a:p>
          <a:p>
            <a:r>
              <a:t>-     Value     string</a:t>
            </a:r>
          </a:p>
          <a:p>
            <a:r>
              <a:t>-     Timestamp time.Time</a:t>
            </a:r>
          </a:p>
          <a:p>
            <a:r>
              <a:t>- }</a:t>
            </a:r>
          </a:p>
          <a:p>
            <a:r>
              <a:t>[EKSEKUSI TULIS ATOMIK]</a:t>
            </a:r>
          </a:p>
          <a:p>
            <a:r>
              <a:t>- lsn := c.currentLSN.Add(1)</a:t>
            </a:r>
          </a:p>
          <a:p>
            <a:r>
              <a:t>- c.primary.mu.Lock()</a:t>
            </a:r>
          </a:p>
          <a:p>
            <a:r>
              <a:t>- c.primary.data[key] = value</a:t>
            </a:r>
          </a:p>
          <a:p>
            <a:r>
              <a:t>- c.primary.appliedLSN = lsn</a:t>
            </a:r>
          </a:p>
          <a:p>
            <a:r>
              <a:t>- c.primary.mu.Unlock()</a:t>
            </a:r>
          </a:p>
          <a:p>
            <a:r>
              <a:t>[KARAKTERISTIK LSN]</a:t>
            </a:r>
          </a:p>
          <a:p>
            <a:r>
              <a:t>- Monotonik strictly increasing tanpa gap</a:t>
            </a:r>
          </a:p>
          <a:p>
            <a:r>
              <a:t>- Menjadi representasi posisi kemajuan commit log basis data</a:t>
            </a:r>
          </a:p>
          <a:p>
            <a:r>
              <a:t>- Dasar penentuan komparasi kesegaran data antar simpul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Replica Worker &amp; Simulasi Lag Terkontrol</a:t>
            </a:r>
          </a:p>
          <a:p/>
          <a:p>
            <a:r>
              <a:t>Mental Model: Replicas lag when ingestion outpaces application speed or network delays intervene.</a:t>
            </a:r>
          </a:p>
          <a:p/>
          <a:p>
            <a:r>
              <a:t>[GOROUTINE WORKER]</a:t>
            </a:r>
          </a:p>
          <a:p>
            <a:r>
              <a:t>- for entry := range replica.walChannel {</a:t>
            </a:r>
          </a:p>
          <a:p>
            <a:r>
              <a:t>-     if lag &gt; 0 { time.Sleep(lag) }</a:t>
            </a:r>
          </a:p>
          <a:p>
            <a:r>
              <a:t>-     replica.mu.Lock()</a:t>
            </a:r>
          </a:p>
          <a:p>
            <a:r>
              <a:t>-     replica.data[entry.Key] = entry.Value</a:t>
            </a:r>
          </a:p>
          <a:p>
            <a:r>
              <a:t>-     replica.appliedLSN = entry.LSN</a:t>
            </a:r>
          </a:p>
          <a:p>
            <a:r>
              <a:t>-     replica.cond.Broadcast()</a:t>
            </a:r>
          </a:p>
          <a:p>
            <a:r>
              <a:t>-     replica.mu.Unlock()</a:t>
            </a:r>
          </a:p>
          <a:p>
            <a:r>
              <a:t>- }</a:t>
            </a:r>
          </a:p>
          <a:p>
            <a:r>
              <a:t>[MEKANISME NOTIFIKASI]</a:t>
            </a:r>
          </a:p>
          <a:p>
            <a:r>
              <a:t>- sync.Cond digunakan untuk mem-broadcast event ke reader yang menunggu</a:t>
            </a:r>
          </a:p>
          <a:p>
            <a:r>
              <a:t>- Channel buffer 1024 mencegah blocking write pada primary</a:t>
            </a:r>
          </a:p>
          <a:p>
            <a:r>
              <a:t>- Lag dapat diubah secara dinamis melalui SetLag(d) saat pengujian</a:t>
            </a:r>
          </a:p>
          <a:p>
            <a:r>
              <a:t>[KONDISI REPLIKASI]</a:t>
            </a:r>
          </a:p>
          <a:p>
            <a:r>
              <a:t>- Selama jeda lag berlangsung, AppliedLSN simpul tetap bernilai lama</a:t>
            </a:r>
          </a:p>
          <a:p>
            <a:r>
              <a:t>- Query yang masuk pada rentang ini akan membaca snapshot usang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Strategi 1: Time-Based Sticky Routing</a:t>
            </a:r>
          </a:p>
          <a:p/>
          <a:p>
            <a:r>
              <a:t>Mental Model: Time-based sticky routing trades primary capacity for simplicity without cluster round-trips.</a:t>
            </a:r>
          </a:p>
          <a:p/>
          <a:p>
            <a:r>
              <a:t>[LOGIKA SESI STICKY]</a:t>
            </a:r>
          </a:p>
          <a:p>
            <a:r>
              <a:t>- if stateVal, ok := r.sessions.Load(sessionID); ok {</a:t>
            </a:r>
          </a:p>
          <a:p>
            <a:r>
              <a:t>-     state := stateVal.(SessionState)</a:t>
            </a:r>
          </a:p>
          <a:p>
            <a:r>
              <a:t>-     if time.Since(state.LastWriteTime) &lt; r.config.StickyDuration {</a:t>
            </a:r>
          </a:p>
          <a:p>
            <a:r>
              <a:t>-         return r.cluster.Primary().Read(key)</a:t>
            </a:r>
          </a:p>
          <a:p>
            <a:r>
              <a:t>-     }</a:t>
            </a:r>
          </a:p>
          <a:p>
            <a:r>
              <a:t>- }</a:t>
            </a:r>
          </a:p>
          <a:p>
            <a:r>
              <a:t>- return r.ReadLagAware(key)</a:t>
            </a:r>
          </a:p>
          <a:p>
            <a:r>
              <a:t>[KEUNGGULAN OPERASIONAL]</a:t>
            </a:r>
          </a:p>
          <a:p>
            <a:r>
              <a:t>- Implementasi sangat ringan: hanya membandingkan timestamp lokal</a:t>
            </a:r>
          </a:p>
          <a:p>
            <a:r>
              <a:t>- Tidak memerlukan query status LSN atau koordinasi antar simpul</a:t>
            </a:r>
          </a:p>
          <a:p>
            <a:r>
              <a:t>- Secara drastis mereduksi anomali post-write pada navigasi umum user</a:t>
            </a:r>
          </a:p>
          <a:p>
            <a:r>
              <a:t>[KELEMAHAN HEURISTIK]</a:t>
            </a:r>
          </a:p>
          <a:p>
            <a:r>
              <a:t>- Jendela 5 detik adalah estimasi, bukan jaminan pasti replika sudah catch-up</a:t>
            </a:r>
          </a:p>
          <a:p>
            <a:r>
              <a:t>- Beban primary tetap tinggi jika user aktif menulis dan membaca bersamaan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Strategi 2: Causal Token / Minimum LSN Routing</a:t>
            </a:r>
          </a:p>
          <a:p/>
          <a:p>
            <a:r>
              <a:t>Mental Model: Causal token routing guarantees causal consistency by conditioning reads on commit LSN.</a:t>
            </a:r>
          </a:p>
          <a:p/>
          <a:p>
            <a:r>
              <a:t>[PENCARIAN SIMPUL FRESH]</a:t>
            </a:r>
          </a:p>
          <a:p>
            <a:r>
              <a:t>- for _, replica := range replicas {</a:t>
            </a:r>
          </a:p>
          <a:p>
            <a:r>
              <a:t>-     if replica.AppliedLSN() &gt;= minLSN {</a:t>
            </a:r>
          </a:p>
          <a:p>
            <a:r>
              <a:t>-         return replica.Read(key)</a:t>
            </a:r>
          </a:p>
          <a:p>
            <a:r>
              <a:t>-     }</a:t>
            </a:r>
          </a:p>
          <a:p>
            <a:r>
              <a:t>- }</a:t>
            </a:r>
          </a:p>
          <a:p>
            <a:r>
              <a:t>[BLOCKING WAIT &amp; TIMEOUT]</a:t>
            </a:r>
          </a:p>
          <a:p>
            <a:r>
              <a:t>- waitCtx, cancel := context.WithTimeout(ctx, r.config.WaitTimeout)</a:t>
            </a:r>
          </a:p>
          <a:p>
            <a:r>
              <a:t>- defer cancel()</a:t>
            </a:r>
          </a:p>
          <a:p>
            <a:r>
              <a:t>- if err := targetReplica.WaitForLSN(waitCtx, minLSN); err == nil {</a:t>
            </a:r>
          </a:p>
          <a:p>
            <a:r>
              <a:t>-     return targetReplica.Read(key)</a:t>
            </a:r>
          </a:p>
          <a:p>
            <a:r>
              <a:t>- }</a:t>
            </a:r>
          </a:p>
          <a:p>
            <a:r>
              <a:t>- return r.cluster.Primary().Read(key) // Fallback aman</a:t>
            </a:r>
          </a:p>
          <a:p>
            <a:r>
              <a:t>[GARANSI MATEMATIS]</a:t>
            </a:r>
          </a:p>
          <a:p>
            <a:r>
              <a:t>- Pasti mengamati mutasi transaksi karena AppliedLSN &gt;= minLSN terjamin</a:t>
            </a:r>
          </a:p>
          <a:p>
            <a:r>
              <a:t>- Jika replika lambat, fallback ke primary melindungi ketersediaan sistem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Event-Driven WaitForLSN dengan sync.Cond</a:t>
            </a:r>
          </a:p>
          <a:p/>
          <a:p>
            <a:r>
              <a:t>Mental Model: Event-driven condition variables eliminate busy-waiting during replication catch-up.</a:t>
            </a:r>
          </a:p>
          <a:p/>
          <a:p>
            <a:r>
              <a:t>[KODE SINKRONISASI]</a:t>
            </a:r>
          </a:p>
          <a:p>
            <a:r>
              <a:t>- func (n *Node) WaitForLSN(ctx context.Context, target uint64) error {</a:t>
            </a:r>
          </a:p>
          <a:p>
            <a:r>
              <a:t>-     go func() {</a:t>
            </a:r>
          </a:p>
          <a:p>
            <a:r>
              <a:t>-         n.mu.Lock(); defer n.mu.Unlock()</a:t>
            </a:r>
          </a:p>
          <a:p>
            <a:r>
              <a:t>-         for n.appliedLSN &lt; target {</a:t>
            </a:r>
          </a:p>
          <a:p>
            <a:r>
              <a:t>-             n.cond.Wait() // Dibangunkan oleh Broadcast worker</a:t>
            </a:r>
          </a:p>
          <a:p>
            <a:r>
              <a:t>-         }</a:t>
            </a:r>
          </a:p>
          <a:p>
            <a:r>
              <a:t>-         close(ch)</a:t>
            </a:r>
          </a:p>
          <a:p>
            <a:r>
              <a:t>-     }()</a:t>
            </a:r>
          </a:p>
          <a:p>
            <a:r>
              <a:t>-     select {</a:t>
            </a:r>
          </a:p>
          <a:p>
            <a:r>
              <a:t>-     case &lt;-ctx.Done(): return ctx.Err()</a:t>
            </a:r>
          </a:p>
          <a:p>
            <a:r>
              <a:t>-     case &lt;-ch: return nil</a:t>
            </a:r>
          </a:p>
          <a:p>
            <a:r>
              <a:t>-     }</a:t>
            </a:r>
          </a:p>
          <a:p>
            <a:r>
              <a:t>- }</a:t>
            </a:r>
          </a:p>
          <a:p>
            <a:r>
              <a:t>[EFISIENSI KOMPUTASI]</a:t>
            </a:r>
          </a:p>
          <a:p>
            <a:r>
              <a:t>- Goroutine reader tertidur tanpa memakan siklus komputasi CPU</a:t>
            </a:r>
          </a:p>
          <a:p>
            <a:r>
              <a:t>- Langsung aktif seketika worker replika selesai menerapkan WAL</a:t>
            </a:r>
          </a:p>
          <a:p>
            <a:r>
              <a:t>- Mendukung pembatalan timeout context secara aman dan bersih</a:t>
            </a:r>
          </a:p>
          <a:p>
            <a:r>
              <a:t>[SAFETY CONCURRENCY]</a:t>
            </a:r>
          </a:p>
          <a:p>
            <a:r>
              <a:t>- Mutex melindungi pembacaan dan penulisan variabel appliedLSN</a:t>
            </a:r>
          </a:p>
          <a:p>
            <a:r>
              <a:t>- Tidak terjadi kebocoran goroutine saat context kadaluarsa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Strategi 3: Lag-Aware Dynamic Routing</a:t>
            </a:r>
          </a:p>
          <a:p/>
          <a:p>
            <a:r>
              <a:t>Mental Model: Dynamic lag-aware routing preserves consistency SLAs by shedding severely lagging nodes.</a:t>
            </a:r>
          </a:p>
          <a:p/>
          <a:p>
            <a:r>
              <a:t>[FILTERING BERBASIS DELTA LSN]</a:t>
            </a:r>
          </a:p>
          <a:p>
            <a:r>
              <a:t>- primaryLSN := r.cluster.CurrentLSN()</a:t>
            </a:r>
          </a:p>
          <a:p>
            <a:r>
              <a:t>- for _, replica := range replicas {</a:t>
            </a:r>
          </a:p>
          <a:p>
            <a:r>
              <a:t>-     diff := primaryLSN - replica.AppliedLSN()</a:t>
            </a:r>
          </a:p>
          <a:p>
            <a:r>
              <a:t>-     if diff &lt;= r.config.MaxLSNDiff {</a:t>
            </a:r>
          </a:p>
          <a:p>
            <a:r>
              <a:t>-         eligible = append(eligible, replica)</a:t>
            </a:r>
          </a:p>
          <a:p>
            <a:r>
              <a:t>-     }</a:t>
            </a:r>
          </a:p>
          <a:p>
            <a:r>
              <a:t>- }</a:t>
            </a:r>
          </a:p>
          <a:p>
            <a:r>
              <a:t>[FALLBACK OTOMATIS]</a:t>
            </a:r>
          </a:p>
          <a:p>
            <a:r>
              <a:t>- if len(eligible) == 0 {</a:t>
            </a:r>
          </a:p>
          <a:p>
            <a:r>
              <a:t>-     return r.cluster.Primary().Read(key) // Fallback-lag</a:t>
            </a:r>
          </a:p>
          <a:p>
            <a:r>
              <a:t>- }</a:t>
            </a:r>
          </a:p>
          <a:p>
            <a:r>
              <a:t>- idx := r.rrIndex.Add(1) % len(eligible)</a:t>
            </a:r>
          </a:p>
          <a:p>
            <a:r>
              <a:t>- return eligible[idx].Read(key)</a:t>
            </a:r>
          </a:p>
          <a:p>
            <a:r>
              <a:t>[PROTEKSI SISTEM]</a:t>
            </a:r>
          </a:p>
          <a:p>
            <a:r>
              <a:t>- Mencegah query umum membaca data yang terlalu usang</a:t>
            </a:r>
          </a:p>
          <a:p>
            <a:r>
              <a:t>- Mengisolasi simpul replika yang mengalami gangguan I/O atau jaringan</a:t>
            </a:r>
          </a:p>
          <a:p>
            <a:r>
              <a:t>- Degradasi anggun (graceful degradation) menjaga ketersediaan layanan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Strategi 4: Synchronous Replication (remote_apply)</a:t>
            </a:r>
          </a:p>
          <a:p/>
          <a:p>
            <a:r>
              <a:t>Mental Model: Synchronous replication achieves immediate read freshness by penalizing write latency.</a:t>
            </a:r>
          </a:p>
          <a:p/>
          <a:p>
            <a:r>
              <a:t>[EKSEKUSI TULIS SINKRON]</a:t>
            </a:r>
          </a:p>
          <a:p>
            <a:r>
              <a:t>- if c.replMode == SyncReplication {</a:t>
            </a:r>
          </a:p>
          <a:p>
            <a:r>
              <a:t>-     for _, replica := range c.replicas {</a:t>
            </a:r>
          </a:p>
          <a:p>
            <a:r>
              <a:t>-         if lag &gt; 0 { time.Sleep(lag) }</a:t>
            </a:r>
          </a:p>
          <a:p>
            <a:r>
              <a:t>-         replica.data[key] = value</a:t>
            </a:r>
          </a:p>
          <a:p>
            <a:r>
              <a:t>-         replica.appliedLSN = lsn</a:t>
            </a:r>
          </a:p>
          <a:p>
            <a:r>
              <a:t>-     }</a:t>
            </a:r>
          </a:p>
          <a:p>
            <a:r>
              <a:t>- }</a:t>
            </a:r>
          </a:p>
          <a:p>
            <a:r>
              <a:t>[GARANSI KESEGARAN]</a:t>
            </a:r>
          </a:p>
          <a:p>
            <a:r>
              <a:t>- Semua replika seketika memiliki AppliedLSN == PrimaryLSN</a:t>
            </a:r>
          </a:p>
          <a:p>
            <a:r>
              <a:t>- Naive read sekalipun dijamin 100% bebas dari anomali stale read</a:t>
            </a:r>
          </a:p>
          <a:p>
            <a:r>
              <a:t>- Setara dengan parameter synchronous_commit = remote_apply di PostgreSQL</a:t>
            </a:r>
          </a:p>
          <a:p>
            <a:r>
              <a:t>[BIAYA PERFORMA TULIS]</a:t>
            </a:r>
          </a:p>
          <a:p>
            <a:r>
              <a:t>- Latensi write membengkak sebanding dengan round-trip terlama replika</a:t>
            </a:r>
          </a:p>
          <a:p>
            <a:r>
              <a:t>- Satu replika lambat akan memperlambat seluruh proses penulisan sistem</a:t>
            </a:r>
          </a:p>
          <a:p>
            <a:r>
              <a:t>- Hanya direkomendasikan untuk sistem perbankan atau data finansial kritis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Perbandingan 4 Strategi Mitigasi Lag</a:t>
            </a:r>
          </a:p>
          <a:p/>
          <a:p>
            <a:r>
              <a:t>Mental Model: Match your replication mitigation strategy to the cost of reading stale state.</a:t>
            </a:r>
          </a:p>
          <a:p/>
          <a:p>
            <a:r>
              <a:t>[MATRIKS STRATEGI]</a:t>
            </a:r>
          </a:p>
          <a:p>
            <a:r>
              <a:t>- Strategi | Garansi | Latensi Read | Overhead Primary | Kompleksitas</a:t>
            </a:r>
          </a:p>
          <a:p>
            <a:r>
              <a:t>- Naive Read | Eventual | Terendah | Nol | Sangat Rendah</a:t>
            </a:r>
          </a:p>
          <a:p>
            <a:r>
              <a:t>- Sticky Session | Read-Own-Writes | Terendah | Sedang (T_sticky) | Rendah</a:t>
            </a:r>
          </a:p>
          <a:p>
            <a:r>
              <a:t>- Causal Token | Causal Session | Sedang (Wait) | Rendah (Fallback) | Sedang</a:t>
            </a:r>
          </a:p>
          <a:p>
            <a:r>
              <a:t>- Lag-Aware | Bounded Lag | Rendah | Kondisional | Sedang</a:t>
            </a:r>
          </a:p>
          <a:p>
            <a:r>
              <a:t>- Sync Mode | Linearizable | Terendah | Nol (Write Mahal) | Tinggi</a:t>
            </a:r>
          </a:p>
          <a:p>
            <a:r>
              <a:t>[ANALISIS KEBUTUHAN]</a:t>
            </a:r>
          </a:p>
          <a:p>
            <a:r>
              <a:t>- E-commerce umum: Kombinasi Sticky Session (checkout) + Lag-Aware (katalog)</a:t>
            </a:r>
          </a:p>
          <a:p>
            <a:r>
              <a:t>- Fintech / Ledger: Causal Token untuk transaksi atau Synchronous Replication</a:t>
            </a:r>
          </a:p>
          <a:p>
            <a:r>
              <a:t>- Analytics Dashboard: Lag-Aware dengan toleransi batas LSN yang longgar</a:t>
            </a:r>
          </a:p>
          <a:p>
            <a:r>
              <a:t>[ATURAN UTAMA]</a:t>
            </a:r>
          </a:p>
          <a:p>
            <a:r>
              <a:t>- Tidak ada solusi perak: pilih strategi berdasarkan nilai toleransi bisnis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Hasil Eksekusi Demo CLI Lab 33</a:t>
            </a:r>
          </a:p>
          <a:p/>
          <a:p>
            <a:r>
              <a:t>Mental Model: Empirical demo execution validates theoretical invariants under controlled conditions.</a:t>
            </a:r>
          </a:p>
          <a:p/>
          <a:p>
            <a:r>
              <a:t>[LOG SKENARIO 1 &amp; 2]</a:t>
            </a:r>
          </a:p>
          <a:p>
            <a:r>
              <a:t>- [Write Primary] key='user:profile:123', LSN: 1</a:t>
            </a:r>
          </a:p>
          <a:p>
            <a:r>
              <a:t>- [Naive Read] Node: replica-2, Applied LSN: 0, Err: key not found</a:t>
            </a:r>
          </a:p>
          <a:p>
            <a:r>
              <a:t>- [Sticky Read (within 500ms)] Node: primary, LSN: 1, Val: Alice</a:t>
            </a:r>
          </a:p>
          <a:p>
            <a:r>
              <a:t>- [Sticky Read (after TTL)] Node: replica-1, LSN: 1, Val: Alice</a:t>
            </a:r>
          </a:p>
          <a:p>
            <a:r>
              <a:t>[LOG SKENARIO 3 &amp; 4]</a:t>
            </a:r>
          </a:p>
          <a:p>
            <a:r>
              <a:t>- [Write Primary] key='order:101', LSN: 2</a:t>
            </a:r>
          </a:p>
          <a:p>
            <a:r>
              <a:t>- [Token Read (MinLSN=2)] Node: replica-1, LSN: 2, Val: completed</a:t>
            </a:r>
          </a:p>
          <a:p>
            <a:r>
              <a:t>- [Sync Write] LSN: 1, Write Duration: 102.19ms</a:t>
            </a:r>
          </a:p>
          <a:p>
            <a:r>
              <a:t>- [Sync Naive Read] Node: replica-2, LSN: 1, Val: Bob, Err: &lt;nil&gt;</a:t>
            </a:r>
          </a:p>
          <a:p>
            <a:r>
              <a:t>[INTERPRETASI HASIL]</a:t>
            </a:r>
          </a:p>
          <a:p>
            <a:r>
              <a:t>- Skenario 1 membuktikan kegagalan fatal metode naif saat lag aktif</a:t>
            </a:r>
          </a:p>
          <a:p>
            <a:r>
              <a:t>- Skenario 2 membuktikan transisi mulus dari primary ke replika setelah TTL</a:t>
            </a:r>
          </a:p>
          <a:p>
            <a:r>
              <a:t>- Skenario 3 membuktikan penungguan deterministik hingga replika siap</a:t>
            </a:r>
          </a:p>
          <a:p>
            <a:r>
              <a:t>- Skenario 4 membuktikan kesegaran instan dengan penalti durasi tulis 102ms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Verifikasi 7 Test Case &amp; Bebas Data Race</a:t>
            </a:r>
          </a:p>
          <a:p/>
          <a:p>
            <a:r>
              <a:t>Mental Model: Automated test assertions with race detection guarantee thread-safe correctness.</a:t>
            </a:r>
          </a:p>
          <a:p/>
          <a:p>
            <a:r>
              <a:t>[DAFTAR TEST SUITE]</a:t>
            </a:r>
          </a:p>
          <a:p>
            <a:r>
              <a:t>- TestNaiveReplicationLag_StaleRead: PASS (0.60s)</a:t>
            </a:r>
          </a:p>
          <a:p>
            <a:r>
              <a:t>- TestStickySessionRouting: PASS (0.55s)</a:t>
            </a:r>
          </a:p>
          <a:p>
            <a:r>
              <a:t>- TestReadWithToken_LSN: PASS (0.20s)</a:t>
            </a:r>
          </a:p>
          <a:p>
            <a:r>
              <a:t>- TestReplicaLagThreshold_Fallback: PASS (0.00s)</a:t>
            </a:r>
          </a:p>
          <a:p>
            <a:r>
              <a:t>- TestSynchronousReplication_Freshness: PASS (0.10s)</a:t>
            </a:r>
          </a:p>
          <a:p>
            <a:r>
              <a:t>- TestConcurrentAccess_RaceFree: PASS (1.10s)</a:t>
            </a:r>
          </a:p>
          <a:p>
            <a:r>
              <a:t>- TestWaitForLSN_ContextTimeout: PASS (0.05s)</a:t>
            </a:r>
          </a:p>
          <a:p>
            <a:r>
              <a:t>[UJI KONKURENSI EKSTRIM]</a:t>
            </a:r>
          </a:p>
          <a:p>
            <a:r>
              <a:t>- 5 Goroutine Writer + 10 Goroutine Reader</a:t>
            </a:r>
          </a:p>
          <a:p>
            <a:r>
              <a:t>- Masing-masing 20 operasi paralel (Total 300 operasi simultan)</a:t>
            </a:r>
          </a:p>
          <a:p>
            <a:r>
              <a:t>- Dijalankan dengan go test -race tanpa memicu race condition</a:t>
            </a:r>
          </a:p>
          <a:p>
            <a:r>
              <a:t>[UJI BATAS WAKTU]</a:t>
            </a:r>
          </a:p>
          <a:p>
            <a:r>
              <a:t>- TestWaitForLSN membuktikan pengembalian context.DeadlineExceeded</a:t>
            </a:r>
          </a:p>
          <a:p>
            <a:r>
              <a:t>- Sistem tidak mengalami kebocoran memori atau dead lock goroutine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Pemetaan ke PostgreSQL dan MySQL</a:t>
            </a:r>
          </a:p>
          <a:p/>
          <a:p>
            <a:r>
              <a:t>Mental Model: Database engines provide native LSN/GTID primitives; applications orchestrate routing.</a:t>
            </a:r>
          </a:p>
          <a:p/>
          <a:p>
            <a:r>
              <a:t>[POSTGRESQL PRIMITIVES]</a:t>
            </a:r>
          </a:p>
          <a:p>
            <a:r>
              <a:t>- LSN: pg_current_wal_lsn() &amp; pg_last_wal_replay_lsn()</a:t>
            </a:r>
          </a:p>
          <a:p>
            <a:r>
              <a:t>- Sync Commit: synchronous_commit = on | remote_apply | off</a:t>
            </a:r>
          </a:p>
          <a:p>
            <a:r>
              <a:t>- Lag Metric: pg_stat_replication.replay_lag</a:t>
            </a:r>
          </a:p>
          <a:p>
            <a:r>
              <a:t>- Catch-Up Query: pg_wal_replay_pause() / pg_last_wal_receive_lsn()</a:t>
            </a:r>
          </a:p>
          <a:p>
            <a:r>
              <a:t>[MYSQL / VITESS PRIMITIVES]</a:t>
            </a:r>
          </a:p>
          <a:p>
            <a:r>
              <a:t>- GTID: Global Transaction Identifier setara dengan LSN monotonik</a:t>
            </a:r>
          </a:p>
          <a:p>
            <a:r>
              <a:t>- Semi-Sync: rpl_semi_sync_master_enabled (durability, bukan visibility)</a:t>
            </a:r>
          </a:p>
          <a:p>
            <a:r>
              <a:t>- Lag Metric: Seconds_Behind_Master (kurang akurat) vs Heartbeat GTID</a:t>
            </a:r>
          </a:p>
          <a:p>
            <a:r>
              <a:t>- WAIT_FOR_EXECUTED_GTID_SET: Ekivalen native dari WaitForLSN</a:t>
            </a:r>
          </a:p>
          <a:p>
            <a:r>
              <a:t>[PERINGATAN SEMI-SYNC]</a:t>
            </a:r>
          </a:p>
          <a:p>
            <a:r>
              <a:t>- MySQL semi-sync hanya menjamin relay log sampai di replika</a:t>
            </a:r>
          </a:p>
          <a:p>
            <a:r>
              <a:t>- Data belum tentu sudah di-apply ke storage engine (bisa tetap stale)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Replication Lag di Cloud Managed Services</a:t>
            </a:r>
          </a:p>
          <a:p/>
          <a:p>
            <a:r>
              <a:t>Mental Model: Shared storage reduces replication lag magnitude but does not eliminate cache staleness.</a:t>
            </a:r>
          </a:p>
          <a:p/>
          <a:p>
            <a:r>
              <a:t>[AWS AURORA (SHARED STORAGE)]</a:t>
            </a:r>
          </a:p>
          <a:p>
            <a:r>
              <a:t>- Arsitektur storage terdistribusi: Primary dan replica membaca volume sama</a:t>
            </a:r>
          </a:p>
          <a:p>
            <a:r>
              <a:t>- Replication lag sangat rendah (umumnya &lt; 20ms)</a:t>
            </a:r>
          </a:p>
          <a:p>
            <a:r>
              <a:t>- Lag hanya berupa invalidasi buffer cache memori lokal di replica</a:t>
            </a:r>
          </a:p>
          <a:p>
            <a:r>
              <a:t>[AWS RDS / AZURE PG (SHARED NOTHING)]</a:t>
            </a:r>
          </a:p>
          <a:p>
            <a:r>
              <a:t>- Replikasi streaming berbasis pengiriman byte WAL fisik antar instans</a:t>
            </a:r>
          </a:p>
          <a:p>
            <a:r>
              <a:t>- Lag berfluktuasi drastis saat terjadi transaksi batch besar atau spike I/O</a:t>
            </a:r>
          </a:p>
          <a:p>
            <a:r>
              <a:t>- Metrik: ReplicaLag (CloudWatch) &amp; physical_replication_delay (Azure)</a:t>
            </a:r>
          </a:p>
          <a:p>
            <a:r>
              <a:t>[IMPLIKASI DESAIN]</a:t>
            </a:r>
          </a:p>
          <a:p>
            <a:r>
              <a:t>- Aurora tetap membutuhkan mitigasi read-your-own-writes pada microsecond</a:t>
            </a:r>
          </a:p>
          <a:p>
            <a:r>
              <a:t>- Shared-nothing membutuhkan threshold MaxLSNDiff dan fallback yang ketat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Tantangan Scaling Session State di Produksi</a:t>
            </a:r>
          </a:p>
          <a:p/>
          <a:p>
            <a:r>
              <a:t>Mental Model: Stateless routing pushes causal tokens to client cookies or shared Redis clusters.</a:t>
            </a:r>
          </a:p>
          <a:p/>
          <a:p>
            <a:r>
              <a:t>[BATASAN IN-MEMORY MAP]</a:t>
            </a:r>
          </a:p>
          <a:p>
            <a:r>
              <a:t>- Router lab menyimpan sesi pada sync.Map lokal di satu instance aplikasi</a:t>
            </a:r>
          </a:p>
          <a:p>
            <a:r>
              <a:t>- Pada arsitektur horizontal (banyak pod API), map lokal tidak tersinkronisasi</a:t>
            </a:r>
          </a:p>
          <a:p>
            <a:r>
              <a:t>- Request berikutnya dari user bisa masuk ke pod yang tidak memiliki state sesi</a:t>
            </a:r>
          </a:p>
          <a:p>
            <a:r>
              <a:t>[SOLUSI 1: DISTRIBUTED CACHE]</a:t>
            </a:r>
          </a:p>
          <a:p>
            <a:r>
              <a:t>- Simpan LastWriteTime dan LastWriteLSN di Redis dengan TTL terkonfigurasi</a:t>
            </a:r>
          </a:p>
          <a:p>
            <a:r>
              <a:t>- Semua pod API membaca status sesi dari cluster Redis terpusat</a:t>
            </a:r>
          </a:p>
          <a:p>
            <a:r>
              <a:t>- Biaya: Tambahan satu round-trip network lookup sebelum eksekusi query</a:t>
            </a:r>
          </a:p>
          <a:p>
            <a:r>
              <a:t>[SOLUSI 2: CLIENT TOKEN (JWT/COOKIE)]</a:t>
            </a:r>
          </a:p>
          <a:p>
            <a:r>
              <a:t>- Kirim commit LSN kembali ke client via header HTTP response</a:t>
            </a:r>
          </a:p>
          <a:p>
            <a:r>
              <a:t>- Client mengirimkan kembali LSN via cookie/header pada request berikutnya</a:t>
            </a:r>
          </a:p>
          <a:p>
            <a:r>
              <a:t>- Stateless penuh pada backend, router langsung membaca nilai token dari header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Overhead Polling LSN &amp; Optimasi Heartbeat</a:t>
            </a:r>
          </a:p>
          <a:p/>
          <a:p>
            <a:r>
              <a:t>Mental Model: Cache replica lag status asynchronously via heartbeats to avoid per-query metadata overhead.</a:t>
            </a:r>
          </a:p>
          <a:p/>
          <a:p>
            <a:r>
              <a:t>[MASALAH PER-QUERY LSN CHECK]</a:t>
            </a:r>
          </a:p>
          <a:p>
            <a:r>
              <a:t>- Menjalankan query LSN ke database pada setiap read melipatgandakan round-trip</a:t>
            </a:r>
          </a:p>
          <a:p>
            <a:r>
              <a:t>- Beban CPU basis data tersita untuk melayani query metadata, bukan query data</a:t>
            </a:r>
          </a:p>
          <a:p>
            <a:r>
              <a:t>- Koneksi pool cepat jenuh akibat query administratif yang berulang</a:t>
            </a:r>
          </a:p>
          <a:p>
            <a:r>
              <a:t>[SOLUSI BACKGROUND HEARTBEAT]</a:t>
            </a:r>
          </a:p>
          <a:p>
            <a:r>
              <a:t>- Worker aplikasi melakukan polling lag replica secara berkala (misal tiap 100ms)</a:t>
            </a:r>
          </a:p>
          <a:p>
            <a:r>
              <a:t>- Status LSN dan kelaikan simpul dicatat di memory cache lokal aplikasi</a:t>
            </a:r>
          </a:p>
          <a:p>
            <a:r>
              <a:t>- Router membuat keputusan perutean murni berdasarkan data cache tanpa I/O</a:t>
            </a:r>
          </a:p>
          <a:p>
            <a:r>
              <a:t>[HEARTBEAT TABLE TECHNIQUE]</a:t>
            </a:r>
          </a:p>
          <a:p>
            <a:r>
              <a:t>- Primary menulis timestamp periodik ke tabel khusus __heartbeat</a:t>
            </a:r>
          </a:p>
          <a:p>
            <a:r>
              <a:t>- Replika mereplikasi baris tersebut, router membaca selisih waktu secara pasif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Checklist Penerapan Read Replica di Produksi</a:t>
            </a:r>
          </a:p>
          <a:p/>
          <a:p>
            <a:r>
              <a:t>Mental Model: Enforce strict lag SLAs and automated primary fallbacks before scaling reads.</a:t>
            </a:r>
          </a:p>
          <a:p/>
          <a:p>
            <a:r>
              <a:t>[CHECKLIST ARSITEKTUR]</a:t>
            </a:r>
          </a:p>
          <a:p>
            <a:r>
              <a:t>- [ ] Identifikasi query kritis pasca-write dan pasang garansi sesi</a:t>
            </a:r>
          </a:p>
          <a:p>
            <a:r>
              <a:t>- [ ] Konfigurasi threshold MaxLSNDiff dan aktifkan fallback primary otomatis</a:t>
            </a:r>
          </a:p>
          <a:p>
            <a:r>
              <a:t>- [ ] Pasang monitoring metrik lag replika pada persentil p95 dan p99</a:t>
            </a:r>
          </a:p>
          <a:p>
            <a:r>
              <a:t>- [ ] Pastikan ukuran connection pool replika memadai untuk lonjakan read</a:t>
            </a:r>
          </a:p>
          <a:p>
            <a:r>
              <a:t>- [ ] Tetapkan batas waktu timeout yang ketat saat menunggu replika catch-up</a:t>
            </a:r>
          </a:p>
          <a:p>
            <a:r>
              <a:t>- [ ] Uji skenario failover dan isolasi replika yang mengalami disk stall</a:t>
            </a:r>
          </a:p>
          <a:p>
            <a:r>
              <a:t>[ATURAN THRESHOLD]</a:t>
            </a:r>
          </a:p>
          <a:p>
            <a:r>
              <a:t>- Gunakan metrik lag berbasis byte/LSN, bukan hanya unit detik</a:t>
            </a:r>
          </a:p>
          <a:p>
            <a:r>
              <a:t>- Alarm harus berbunyi sebelum antrean replika menyebabkan OOM pada worker</a:t>
            </a:r>
          </a:p>
          <a:p>
            <a:r>
              <a:t>[DISIPLIN REKAYASA]</a:t>
            </a:r>
          </a:p>
          <a:p>
            <a:r>
              <a:t>- Selalu siapkan jalur fallback ke primary untuk melindungi ketersediaan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Batasan Model &amp; Ruang Lingkup Lab 33</a:t>
            </a:r>
          </a:p>
          <a:p/>
          <a:p>
            <a:r>
              <a:t>Mental Model: Simulations prove architectural invariants cleanly by stripping away disk and network noise.</a:t>
            </a:r>
          </a:p>
          <a:p/>
          <a:p>
            <a:r>
              <a:t>[YANG DIMODELKAN (TERSEDIA)]</a:t>
            </a:r>
          </a:p>
          <a:p>
            <a:r>
              <a:t>- Aliran data WAL terurut dengan LSN monotonik atomik</a:t>
            </a:r>
          </a:p>
          <a:p>
            <a:r>
              <a:t>- Simulasi lag deterministik via channel buffer dan time delay</a:t>
            </a:r>
          </a:p>
          <a:p>
            <a:r>
              <a:t>- Empat strategi routing lengkap dengan fallback dan event synchronization</a:t>
            </a:r>
          </a:p>
          <a:p>
            <a:r>
              <a:t>- Pengujian konkurensi multithreading bebas race condition</a:t>
            </a:r>
          </a:p>
          <a:p>
            <a:r>
              <a:t>[BATASAN LAB (BELUM DIMODELKAN)]</a:t>
            </a:r>
          </a:p>
          <a:p>
            <a:r>
              <a:t>- Penyimpanan murni in-memory map tanpa persistensi disk / fsync</a:t>
            </a:r>
          </a:p>
          <a:p>
            <a:r>
              <a:t>- Tidak memodelkan engine SQL, indexing B-Tree, atau parsing transaksi</a:t>
            </a:r>
          </a:p>
          <a:p>
            <a:r>
              <a:t>- Tidak memodelkan topologi cascading replication atau partisi multi-region</a:t>
            </a:r>
          </a:p>
          <a:p>
            <a:r>
              <a:t>- Tidak memodelkan algoritma konsensus pemilihan primary (Raft / Paxos)</a:t>
            </a:r>
          </a:p>
          <a:p>
            <a:r>
              <a:t>[TUJUAN EDUKASI]</a:t>
            </a:r>
          </a:p>
          <a:p>
            <a:r>
              <a:t>- Membuktikan logika mitigasi lag tanpa kompleksitas instalasi DB eksternal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Prinsip Inti Mengelola Replication Lag</a:t>
            </a:r>
          </a:p>
          <a:p/>
          <a:p>
            <a:r>
              <a:t>Mental Model: Asynchronous replication trades consistency for throughput; route by session when freshness matters.</a:t>
            </a:r>
          </a:p>
          <a:p/>
          <a:p>
            <a:r>
              <a:t>[1. ASINKRON ADALAH DEFAULT]</a:t>
            </a:r>
          </a:p>
          <a:p>
            <a:r>
              <a:t>- Semua database populer berjalan asinkron demi mempertahankan throughput</a:t>
            </a:r>
          </a:p>
          <a:p>
            <a:r>
              <a:t>- Mengharapkan konsistensi instan dari replika tanpa strategi adalah ilusi</a:t>
            </a:r>
          </a:p>
          <a:p>
            <a:r>
              <a:t>[2. GARANSI BERBASIS KEBUTUHAN]</a:t>
            </a:r>
          </a:p>
          <a:p>
            <a:r>
              <a:t>- Gunakan Sticky Routing untuk alur pengguna umum yang berbiaya murah</a:t>
            </a:r>
          </a:p>
          <a:p>
            <a:r>
              <a:t>- Gunakan Causal Token saat kebenaran matematis mutlak dibutuhkan</a:t>
            </a:r>
          </a:p>
          <a:p>
            <a:r>
              <a:t>[3. DEGRADASI ANGGUN]</a:t>
            </a:r>
          </a:p>
          <a:p>
            <a:r>
              <a:t>- Batasi replika dengan MaxLSNDiff dan selalu sediakan fallback ke primary</a:t>
            </a:r>
          </a:p>
          <a:p>
            <a:r>
              <a:t>- Sistem yang baik tetap melayani pembacaan meski seluruh replika tertinggal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Eksperimen kecil, interpretasi yang teliti.</a:t>
            </a:r>
          </a:p>
          <a:p/>
          <a:p>
            <a:r>
              <a:t>Mental Model: Replication lag is inevitable in async systems; smart routing bridges the gap to consistency.</a:t>
            </a:r>
          </a:p>
          <a:p/>
          <a:p>
            <a:r>
              <a:t>[MODUL LAB 33]</a:t>
            </a:r>
          </a:p>
          <a:p>
            <a:r>
              <a:t>- internal/cluster/cluster.go (Node, WAL, Replication)</a:t>
            </a:r>
          </a:p>
          <a:p>
            <a:r>
              <a:t>- internal/router/router.go (Sticky, Token, Lag-Aware)</a:t>
            </a:r>
          </a:p>
          <a:p>
            <a:r>
              <a:t>- tests/replication_test.go (7 Test Cases, Race Free)</a:t>
            </a:r>
          </a:p>
          <a:p>
            <a:r>
              <a:t>- cmd/demo/main.go (CLI Interactive Demonstration)</a:t>
            </a:r>
          </a:p>
          <a:p>
            <a:r>
              <a:t>[VERIFIKASI &amp; METADATA]</a:t>
            </a:r>
          </a:p>
          <a:p>
            <a:r>
              <a:t>- Penulis: Lukman / lukman-ss</a:t>
            </a:r>
          </a:p>
          <a:p>
            <a:r>
              <a:t>- Commit Hash: cfba3b76824f0ee03b5fa526462d1b72858144e7</a:t>
            </a:r>
          </a:p>
          <a:p>
            <a:r>
              <a:t>- Status: PASS (go test -v -race ./...)</a:t>
            </a:r>
          </a:p>
          <a:p>
            <a:r>
              <a:t>- Model: In-Memory Primary-Replica Simulation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Read Replicas &amp; Replication 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Mitigasi Stale Read &amp; Menjaga Konsistensi Read-Your-Own-Writes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87F76"/>
                </a:solidFill>
                <a:latin typeface="Courier New"/>
              </a:defRPr>
            </a:pPr>
            <a:r>
              <a:t>&gt; system_check --lab 33 --topic 'read-replicas-and-replication-lag'</a:t>
            </a:r>
            <a:br/>
            <a:r>
              <a:t>&gt; author: Lukman / lukman-ss | status: PRODUCTION VERIFIED</a:t>
            </a:r>
            <a:br/>
            <a:r>
              <a:t>&gt; commit: cfba3b76 | tests: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Anomali Stale Read pada Read Replica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User menulis data baru, namun query berikutnya membaca data lama atau kosong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GEJALA ANOMALI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User melakukan write profil atau checkout pesanan ke primary node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Request read berikutnya dialihkan round-robin ke replica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Replica belum menerapkan WAL entry terbaru, menghasilkan data basi atau 404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AKAR TEKNIS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Replikasi asinkron default pada PostgreSQL, MySQL, Aurora, dan MongoDB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Ada jeda propagasi jaringan dan waktu commit WAL antara master dan replica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Replica menjamin eventual consistency, bukan linearizability real-time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DAMPAK PENGGUNA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User mengira transaksi gagal lalu mengklik tombol submit berulang kali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Saldo rekening atau item keranjang belanja terlihat hilang sesaat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Inkonsistensi session yang merusak kepercayaan pengguna terhadap sistem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Replication lag is the distance between primary commit and replica apply.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Anatomi Aliran Asynchronous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Write commit langsung di primary sementara replica mengejar secara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ALIRAN WAL ENTRY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Primary menerima write, catat data, naikkan LSN monotonik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Primary kembalikan status commit sukses ke client tanpa menunggu replica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WAL entry disalurkan via stream jaringan ke antrean worker replica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4. Worker replica memproses dan menerapkan entry ke memory/disk lokal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PERSAMAAN LAG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Replication Lag = LSN_primary - AppliedLSN_replica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Lag Waktu (Δt) = Waktu Terima Primary - Waktu Apply Replica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Kapasitas antrean WAL dan beban I/O lokal menentukan besaran lag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TRADE-OFF UTAMA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Keuntungan: Latensi write sangat rendah dan throughput primary maksimal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Konsekuensi: Jendela waktu staleness tidak terhindarkan bagi replica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Async replication optimizes write latency by accepting eventual consistency on reads.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labs/33-read-replicas-and-replication-lag/internal/cluster/cluster.go:193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Garansi Read-Your-Own-Writes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User harus selalu melihat update yang baru saja dilakukannya sendiri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DEFINISI FORMAL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Diformalkan oleh Terry et al. (1994) sebagai jaminan sesi terdistribusi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operasi W1 dilakukan oleh sesi S pada waktu t, maka semua read 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berikutnya oleh sesi S pada t' &gt; t wajib mengamati efek dari W1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SKOP GARANSI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Berlaku khusus untuk sesi atau user yang melakukan penulisan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User lain diperbolehkan melihat data yang sedikit tertinggal (stale)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Menghindari kebutuhan linearizability penuh pada seluruh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STRATEGI PENYELESAIAN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Time-Based Sticky: Paksa read ke primary selama jendela waktu tertentu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Causal Token / Min LSN: Tunggu replika mengejar LSN commit transaksi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Synchronous Mode: Terapkan perubahan ke semua replika sebelum 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Read-your-own-writes is a session guarantee, not global linearizability.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labs/33-read-replicas-and-replication-lag/content/02-master-draft.md:20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Mengapa Naive Read-Split Gagal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Memisahkan write ke primary dan read round-robin ke replica memicu bug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READ NAIF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(r *Router) ReadNaive(key string)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target := replicas[rrIndex.Add(1) % len(replicas)]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target.Read(key)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URUTAN KEGAGALAN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Client Write('user:profile:123', 'Alice') -&gt; Primary LSN 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Client ReadNaive('user:profile:123') -&gt; Replika-2 (Applied LSN 0)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Replika-2 mengembalikan ErrNotFound karena WAL belum di-apply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TITIK BUTA PENGEMBANG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 lingkungan lokal, lag bernilai ~0ms sehingga bug tidak pernah muncul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 staging, volume data rendah menyembunyikan antrean replikasi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 produksi dengan network latency dan disk I/O, bug meledak sporadis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Naive round-robin blindly routes reads to replicas without freshness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labs/33-read-replicas-and-replication-lag/internal/router/router.go:67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Arsitektur Lab 33: Tiga Layer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Cluster simulator in-memory, Dynamic Router, dan Test Verifier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KOMPONEN CLUSTER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Node: Menyimpan map KV, appliedLSN, dan antrean channel WAL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Primary: Atomic increment currentLSN, eksekusi write real-time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Replica: Worker goroutine dengan delay lag terkonfigurasi dan sync.Cond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DYNAMIC ROUTER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Session State: Tracking LastWriteTime dan LastWriteLSN via sync.Map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Strategi Routing: Naive, Sticky Session, Causal Token, Lag-Aware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Primary Fallback: Pengalihan otomatis saat replika melebihi batas toleransi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VERIFIKASI SISTEM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 Suite deterministik: 7 skenario pengujian unit dan integrasi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Race detector: Bebas data race pada ratusan goroutine konkuren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Layered separation decouples cluster replication mechanics from client routing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labs/33-read-replicas-and-replication-lag/engineering/01-design.md:32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Primary Node &amp; Monotonic LSN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Setiap operasi tulis menaikkan sequence number global secara atomic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STRUKTUR WAL &amp; NODE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type WALEntry struct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LSN       uint64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Key       string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Value     string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Timestamp time.Time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EKSEKUSI TULIS ATOMIK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lsn := c.currentLSN.Add(1)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c.primary.mu.Lock()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c.primary.data[key] = value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c.primary.appliedLSN = lsn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c.primary.mu.Unlock()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KARAKTERISTIK LSN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Monotonik strictly increasing tanpa gap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Menjadi representasi posisi kemajuan commit log basis data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Dasar penentuan komparasi kesegaran data antar simpul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Monotonic LSN provides a global logical clock for ordering database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labs/33-read-replicas-and-replication-lag/internal/cluster/cluster.go:193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Replica Worker &amp; Simulasi Lag Terkontrol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Worker goroutine menerapkan jeda waktu sebelum memperbarui memory dan LSN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GOROUTINE WORKER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for entry := range replica.walChannel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lag &gt; 0 { time.Sleep(lag)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replica.mu.Lock()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replica.data[entry.Key] = entry.Value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replica.appliedLSN = entry.LSN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replica.cond.Broadcast()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replica.mu.Unlock()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MEKANISME NOTIFIKASI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sync.Cond digunakan untuk mem-broadcast event ke reader yang menunggu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Channel buffer 1024 mencegah blocking write pada primary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Lag dapat diubah secara dinamis melalui SetLag(d) saat pengujian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KONDISI REPLIKASI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Selama jeda lag berlangsung, AppliedLSN simpul tetap bernilai lama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yang masuk pada rentang ini akan membaca snapshot usang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Replicas lag when ingestion outpaces application speed or network delays intervene.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labs/33-read-replicas-and-replication-lag/internal/cluster/cluster.go:148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Strategi 1: Time-Based Sticky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Arahkan read ke primary selama jendela waktu T_sticky setelah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LOGIKA SESI STICKY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stateVal, ok := r.sessions.Load(sessionID); ok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state := stateVal.(SessionState)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time.Since(state.LastWriteTime) &lt; r.config.StickyDuration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return r.cluster.Primary().Read(key)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return r.ReadLagAware(key)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KEUNGGULAN OPERASIONAL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Implementasi sangat ringan: hanya membandingkan timestamp lokal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memerlukan query status LSN atau koordinasi antar simpul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Secara drastis mereduksi anomali post-write pada navigasi umum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KELEMAHAN HEURISTIK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Jendela 5 detik adalah estimasi, bukan jaminan pasti replika sudah catch-up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Beban primary tetap tinggi jika user aktif menulis dan membaca bersamaan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Time-based sticky routing trades primary capacity for simplicity without cluster round-trips.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labs/33-read-replicas-and-replication-lag/internal/router/router.go:80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Strategi 2: Causal Token / Minimum LSN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Client membawa commit token LSN dan menunggu replica mengejar posisi tersebut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PENCARIAN SIMPUL FRESH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for _, replica := range replicas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replica.AppliedLSN() &gt;= minLSN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return replica.Read(key)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BLOCKING WAIT &amp; TIMEOUT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waitCtx, cancel := context.WithTimeout(ctx, r.config.WaitTimeout)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defer cancel()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err := targetReplica.WaitForLSN(waitCtx, minLSN); err == nil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targetReplica.Read(key)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return r.cluster.Primary().Read(key) // Fallback aman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GARANSI MATEMATIS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Pasti mengamati mutasi transaksi karena AppliedLSN &gt;= minLSN terjamin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replika lambat, fallback ke primary melindungi ketersediaan sistem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Causal token routing guarantees causal consistency by conditioning reads on commit LSN.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labs/33-read-replicas-and-replication-lag/internal/router/router.go:92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Event-Driven WaitForLSN dengan sync.Cond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Menghilangkan polling CPU yang boros dengan sinkronisasi variabel kondisi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SINKRONISASI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func (n *Node) WaitForLSN(ctx context.Context, target uint64) error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go func()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n.mu.Lock(); defer n.mu.Unlock()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for n.appliedLSN &lt; target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    n.cond.Wait() // Dibangunkan oleh Broadcast worker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close(ch)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select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case &lt;-ctx.Done(): return ctx.Err()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case &lt;-ch: return nil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EFISIENSI KOMPUTASI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Goroutine reader tertidur tanpa memakan siklus komputasi CPU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Langsung aktif seketika worker replika selesai menerapkan WAL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Mendukung pembatalan timeout context secara aman dan bersih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SAFETY CONCURRENCY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Mutex melindungi pembacaan dan penulisan variabel appliedLSN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terjadi kebocoran goroutine saat context kadaluarsa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Event-driven condition variables eliminate busy-waiting during replication catch-up.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labs/33-read-replicas-and-replication-lag/internal/cluster/cluster.go:79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Strategi 3: Lag-Aware Dynamic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Mengecualikan replica yang tertinggal jauh dan fallback saat replica habis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FILTERING BERBASIS DELTA LSN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primaryLSN := r.cluster.CurrentLSN()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for _, replica := range replicas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diff := primaryLSN - replica.AppliedLSN()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if diff &lt;= r.config.MaxLSNDiff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eligible = append(eligible, replica)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FALLBACK OTOMATIS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len(eligible) == 0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r.cluster.Primary().Read(key) // Fallback-lag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idx := r.rrIndex.Add(1) % len(eligible)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return eligible[idx].Read(key)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PROTEKSI SISTEM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Mencegah query umum membaca data yang terlalu usang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Mengisolasi simpul replika yang mengalami gangguan I/O atau jaringan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Degradasi anggun (graceful degradation) menjaga ketersediaan layanan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Dynamic lag-aware routing preserves consistency SLAs by shedding severely lagging nodes.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labs/33-read-replicas-and-replication-lag/internal/router/router.go:117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Strategi 4: Synchronous Replication (remote_apply)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Write diblokir hingga semua replica menerapkan perubahan secara tuntas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EKSEKUSI TULIS SINKRON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if c.replMode == SyncReplication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for _, replica := range c.replicas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if lag &gt; 0 { time.Sleep(lag)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replica.data[key] = value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    replica.appliedLSN = lsn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GARANSI KESEGARAN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Semua replika seketika memiliki AppliedLSN == PrimaryLSN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Naive read sekalipun dijamin 100% bebas dari anomali stale read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Setara dengan parameter synchronous_commit = remote_apply di 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BIAYA PERFORMA TULIS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Latensi write membengkak sebanding dengan round-trip terlama replika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Satu replika lambat akan memperlambat seluruh proses penulisan sistem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Hanya direkomendasikan untuk sistem perbankan atau data finansial kritis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Synchronous replication achieves immediate read freshness by penalizing write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labs/33-read-replicas-and-replication-lag/internal/cluster/cluster.go:214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Perbandingan 4 Strategi Mitigasi 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Evaluasi matriks trade-off antara garansi, latensi, dan beban primary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MATRIKS STRATEGI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Strategi | Garansi | Latensi Read | Overhead Primary | Kompleksitas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Naive Read | Eventual | Terendah | Nol | Sangat Rendah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Sticky Session | Read-Own-Writes | Terendah | Sedang (T_sticky) | Rendah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Causal Token | Causal Session | Sedang (Wait) | Rendah (Fallback) | Sedang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Lag-Aware | Bounded Lag | Rendah | Kondisional | Sedang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Sync Mode | Linearizable | Terendah | Nol (Write Mahal) | Tinggi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ANALISIS KEBUTUHAN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E-commerce umum: Kombinasi Sticky Session (checkout) + Lag-Aware (katalog)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Fintech / Ledger: Causal Token untuk transaksi atau Synchronous Replication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Analytics Dashboard: Lag-Aware dengan toleransi batas LSN yang longgar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ATURAN UTAMA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ada solusi perak: pilih strategi berdasarkan nilai toleransi bisnis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Match your replication mitigation strategy to the cost of reading stale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labs/33-read-replicas-and-replication-lag/content/02-master-draft.md:62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Hasil Eksekusi Demo CLI Lab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Bukti empiris terjadinya anomali dan keberhasilan masing-masing strategi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LOG SKENARIO 1 &amp; 2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[Write Primary] key='user:profile:123', LSN: 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[Naive Read] Node: replica-2, Applied LSN: 0, Err: key not found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[Sticky Read (within 500ms)] Node: primary, LSN: 1, Val: Alice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[Sticky Read (after TTL)] Node: replica-1, LSN: 1, Val: Alice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LOG SKENARIO 3 &amp; 4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[Write Primary] key='order:101', LSN: 2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[Token Read (MinLSN=2)] Node: replica-1, LSN: 2, Val: completed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[Sync Write] LSN: 1, Write Duration: 102.19ms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[Sync Naive Read] Node: replica-2, LSN: 1, Val: Bob, Err: &lt;nil&gt;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INTERPRETASI HASIL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Skenario 1 membuktikan kegagalan fatal metode naif saat lag aktif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Skenario 2 membuktikan transisi mulus dari primary ke replika setelah TTL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Skenario 3 membuktikan penungguan deterministik hingga replika siap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Skenario 4 membuktikan kesegaran instan dengan penalti durasi tulis 102ms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Empirical demo execution validates theoretical invariants under controlled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labs/33-read-replicas-and-replication-lag/cmd/demo/main.go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Verifikasi 7 Test Case &amp; Bebas Data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Pengujian unit dan konkurensi membuktikan ketahanan sistem di bawah beban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DAFTAR TEST SUITE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TestNaiveReplicationLag_StaleRead: PASS (0.60s)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TestStickySessionRouting: PASS (0.55s)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TestReadWithToken_LSN: PASS (0.20s)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TestReplicaLagThreshold_Fallback: PASS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TestSynchronousReplication_Freshness: PASS (0.10s)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TestConcurrentAccess_RaceFree: PASS (1.10s)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TestWaitForLSN_ContextTimeout: PASS (0.05s)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UJI KONKURENSI EKSTRIM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5 Goroutine Writer + 10 Goroutine Reader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Masing-masing 20 operasi paralel (Total 300 operasi simultan)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Dijalankan dengan go test -race tanpa memicu race condition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UJI BATAS WAKTU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TestWaitForLSN membuktikan pengembalian context.DeadlineExceeded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tidak mengalami kebocoran memori atau dead lock goroutine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Automated test assertions with race detection guarantee thread-safe correctness.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labs/33-read-replicas-and-replication-lag/tests/replication_test.go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Pemetaan ke PostgreSQL dan MySQL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Bagaimana konsep lab berkorespondensi dengan konfigurasi database populer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POSTGRESQL PRIMITIVES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LSN: pg_current_wal_lsn() &amp; pg_last_wal_replay_lsn()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Sync Commit: synchronous_commit = on | remote_apply | off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Lag Metric: pg_stat_replication.replay_lag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Catch-Up Query: pg_wal_replay_pause() / pg_last_wal_receive_lsn()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MYSQL / VITESS PRIMITIVES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GTID: Global Transaction Identifier setara dengan LSN monotonik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Semi-Sync: rpl_semi_sync_master_enabled (durability, bukan visibility)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Lag Metric: Seconds_Behind_Master (kurang akurat) vs Heartbeat GTID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WAIT_FOR_EXECUTED_GTID_SET: Ekivalen native dari WaitForLSN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PERINGATAN SEMI-SYNC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MySQL semi-sync hanya menjamin relay log sampai di replika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Data belum tentu sudah di-apply ke storage engine (bisa tetap stale)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Database engines provide native LSN/GTID primitives; applications orchestrate routing.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labs/33-read-replicas-and-replication-lag/content/02-master-draft.md:38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Replication Lag di Cloud Managed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Perbedaan karakteristik arsitektur replikasi shared-storage vs shared-nothing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AWS AURORA (SHARED STORAGE)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Arsitektur storage terdistribusi: Primary dan replica membaca volume sama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Replication lag sangat rendah (umumnya &lt; 20ms)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Lag hanya berupa invalidasi buffer cache memori lokal di replica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AWS RDS / AZURE PG (SHARED NOTHING)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Replikasi streaming berbasis pengiriman byte WAL fisik antar instans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Lag berfluktuasi drastis saat terjadi transaksi batch besar atau spike I/O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Metrik: ReplicaLag (CloudWatch) &amp; physical_replication_delay (Azure)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IMPLIKASI DESAIN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Aurora tetap membutuhkan mitigasi read-your-own-writes pada microsecond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Shared-nothing membutuhkan threshold MaxLSNDiff dan fallback yang ketat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Shared storage reduces replication lag magnitude but does not eliminate cache staleness.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labs/33-read-replicas-and-replication-lag/research/02-sources.md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Tantangan Scaling Session State di Produksi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Transisi dari sync.Map single-process menuju arsitektur stateless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BATASAN IN-MEMORY MAP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Router lab menyimpan sesi pada sync.Map lokal di satu instance aplikasi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Pada arsitektur horizontal (banyak pod API), map lokal tidak tersinkronisasi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Request berikutnya dari user bisa masuk ke pod yang tidak memiliki state sesi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SOLUSI 1: DISTRIBUTED CACHE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Simpan LastWriteTime dan LastWriteLSN di Redis dengan TTL terkonfigurasi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Semua pod API membaca status sesi dari cluster Redis terpusat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Biaya: Tambahan satu round-trip network lookup sebelum eksekusi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SOLUSI 2: CLIENT TOKEN (JWT/COOKIE)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Kirim commit LSN kembali ke client via header HTTP response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Client mengirimkan kembali LSN via cookie/header pada request berikutnya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Stateless penuh pada backend, router langsung membaca nilai token dari header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Stateless routing pushes causal tokens to client cookies or shared Redis clusters.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labs/33-read-replicas-and-replication-lag/content/02-master-draft.md:190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Overhead Polling LSN &amp; Optimasi Heartbeat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Menghindari query metadata basis data berulang pada setiap request pembacaan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MASALAH PER-QUERY LSN CHECK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Menjalankan query LSN ke database pada setiap read melipatgandakan round-trip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Beban CPU basis data tersita untuk melayani query metadata, bukan query data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Koneksi pool cepat jenuh akibat query administratif yang berulang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SOLUSI BACKGROUND HEARTBEAT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Worker aplikasi melakukan polling lag replica secara berkala (misal tiap 100ms)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Status LSN dan kelaikan simpul dicatat di memory cache lokal aplikasi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Router membuat keputusan perutean murni berdasarkan data cache tanpa I/O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HEARTBEAT TABLE TECHNIQUE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Primary menulis timestamp periodik ke tabel khusus __heartbeat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Replika mereplikasi baris tersebut, router membaca selisih waktu secara pasif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Cache replica lag status asynchronously via heartbeats to avoid per-query metadata overhead.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labs/33-read-replicas-and-replication-lag/research-audit/06-gaps.md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Checklist Penerapan Read Replica di Produksi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Panduan verifikasi arsitektur sebelum mengaktifkan perutean replika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CHECKLIST ARSITEKTUR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Identifikasi query kritis pasca-write dan pasang garansi sesi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Konfigurasi threshold MaxLSNDiff dan aktifkan fallback primary otomatis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Pasang monitoring metrik lag replika pada persentil p95 dan p99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Pastikan ukuran connection pool replika memadai untuk lonjakan read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Tetapkan batas waktu timeout yang ketat saat menunggu replika catch-up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Uji skenario failover dan isolasi replika yang mengalami disk stall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ATURAN THRESHOLD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metrik lag berbasis byte/LSN, bukan hanya unit detik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Alarm harus berbunyi sebelum antrean replika menyebabkan OOM pada 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DISIPLIN REKAYASA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Selalu siapkan jalur fallback ke primary untuk melindungi ketersediaan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Enforce strict lag SLAs and automated primary fallbacks before scaling reads.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labs/33-read-replicas-and-replication-lag/content/02-master-draft.md:240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Batasan Model &amp; Ruang Lingkup Lab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Transparansi batasan simulasi in-memory dibanding database fisik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YANG DIMODELKAN (TERSEDIA)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Aliran data WAL terurut dengan LSN monotonik atomik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Simulasi lag deterministik via channel buffer dan time delay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Empat strategi routing lengkap dengan fallback dan event synchronization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Pengujian konkurensi multithreading bebas race condition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BATASAN LAB (BELUM DIMODELKAN)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Penyimpanan murni in-memory map tanpa persistensi disk / fsync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memodelkan engine SQL, indexing B-Tree, atau parsing transaksi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memodelkan topologi cascading replication atau partisi multi-region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memodelkan algoritma konsensus pemilihan primary (Raft / Paxos)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TUJUAN EDUKASI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Membuktikan logika mitigasi lag tanpa kompleksitas instalasi DB eksternal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Simulations prove architectural invariants cleanly by stripping away disk and network noise.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labs/33-read-replicas-and-replication-lag/content/01-content-brief.md:33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Prinsip Inti Mengelola Replication 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Ringkasan pemikiran arsitektural untuk sistem basis data terdistribusi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1. ASINKRON ADALAH DEFAULT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Semua database populer berjalan asinkron demi mempertahankan throughput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Mengharapkan konsistensi instan dari replika tanpa strategi adalah ilusi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2. GARANSI BERBASIS KEBUTUHAN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Sticky Routing untuk alur pengguna umum yang berbiaya murah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Causal Token saat kebenaran matematis mutlak dibutuhkan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3. DEGRADASI ANGGUN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Batasi replika dengan MaxLSNDiff dan selalu sediakan fallback ke primary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Sistem yang baik tetap melayani pembacaan meski seluruh replika tertinggal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Asynchronous replication trades consistency for throughput; route by session when freshness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labs/33-read-replicas-and-replication-lag/content/05-key-takeaways.md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33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Eksperimen kecil, interpretasi yang teliti.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MODUL LAB 33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internal/cluster/cluster.go (Node, WAL, Replication)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internal/router/router.go (Sticky, Token, Lag-Aware)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tests/replication_test.go (7 Test Cases, Race Free)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cmd/demo/main.go (CLI Interactive Demonstration)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VERIFIKASI &amp; METADATA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Penulis: Lukman / lukman-ss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Commit Hash: cfba3b76824f0ee03b5fa526462d1b72858144e7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Status: PASS (go test -v -race ./...)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Model: In-Memory Primary-Replica 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Replication lag is inevitable in async systems; smart routing bridges the gap to consistency.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