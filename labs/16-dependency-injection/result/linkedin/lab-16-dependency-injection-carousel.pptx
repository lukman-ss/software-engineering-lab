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Dependency Injection</a:t>
            </a:r>
          </a:p>
          <a:p/>
          <a:p>
            <a:r>
              <a:t>[]</a:t>
            </a:r>
          </a:p>
          <a:p>
            <a:r>
              <a:t>- CRT computer showing modular circuit with injectable components plugged into sockets</a:t>
            </a:r>
          </a:p>
          <a:p>
            <a:r>
              <a:t>- Hewlett Packard CRT monitor with physical cables connecting hardware modules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Konteks Arsitektur Hilang Tanpa Jejak</a:t>
            </a:r>
          </a:p>
          <a:p/>
          <a:p>
            <a:r>
              <a:t>Mental Model: Tight coupling erases architectural context from code.</a:t>
            </a:r>
          </a:p>
          <a:p/>
          <a:p>
            <a:r>
              <a:t>[MASALAH NYATA]</a:t>
            </a:r>
          </a:p>
          <a:p>
            <a:r>
              <a:t>- Kelas membuat objek dependensinya sendiri → tight coupling.</a:t>
            </a:r>
          </a:p>
          <a:p>
            <a:r>
              <a:t>- Ganti payment gateway memaksa ubah banyak tempat.</a:t>
            </a:r>
          </a:p>
          <a:p>
            <a:r>
              <a:t>- Test menjadi integration test yang lambat.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Mengapa Ini Penting</a:t>
            </a:r>
          </a:p>
          <a:p/>
          <a:p>
            <a:r>
              <a:t>Mental Model: Separate construction from use for maintainable evolution.</a:t>
            </a:r>
          </a:p>
          <a:p/>
          <a:p>
            <a:r>
              <a:t>[DAMPAG]</a:t>
            </a:r>
          </a:p>
          <a:p>
            <a:r>
              <a:t>- Test lambat karena bergantung pada status eksternal (API, database).</a:t>
            </a:r>
          </a:p>
          <a:p>
            <a:r>
              <a:t>- Perubahan vendor memicu modifikasi menyeluruh lapisan bisnis.</a:t>
            </a:r>
          </a:p>
          <a:p>
            <a:r>
              <a:t>- Arsitektur kaku karena tiap consumer terikat pada implementasi spesifik.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Pemisahan Konfigurasi dari Penggunaan</a:t>
            </a:r>
          </a:p>
          <a:p/>
          <a:p>
            <a:r>
              <a:t>Mental Model: External injection enables loose coupling.</a:t>
            </a:r>
          </a:p>
          <a:p/>
          <a:p>
            <a:r>
              <a:t>[PRINSIP]</a:t>
            </a:r>
          </a:p>
          <a:p>
            <a:r>
              <a:t>- Modul logika tidak boleh mencari atau membangun dependensinya.</a:t>
            </a:r>
          </a:p>
          <a:p>
            <a:r>
              <a:t>- Assembler/Composition Root yang bertanggung jawab merakit object graph.</a:t>
            </a:r>
          </a:p>
          <a:p>
            <a:r>
              <a:t>- Hollywood Principle: Don't call us, we'll call you.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DI vs Service Locator</a:t>
            </a:r>
          </a:p>
          <a:p/>
          <a:p>
            <a:r>
              <a:t>Mental Model: DI hides look-up; Service Locator exposes it explicitly.</a:t>
            </a:r>
          </a:p>
          <a:p/>
          <a:p>
            <a:r>
              <a:t>[CONSTRUCTOR INJECTION]</a:t>
            </a:r>
          </a:p>
          <a:p>
            <a:r>
              <a:t>- Dependensi muncul lewat parameter constructor.</a:t>
            </a:r>
          </a:p>
          <a:p>
            <a:r>
              <a:t>- Tidak ada request eksplisit ke container.</a:t>
            </a:r>
          </a:p>
          <a:p>
            <a:r>
              <a:t>- Jelas: Processor(PaymentGateway)</a:t>
            </a:r>
          </a:p>
          <a:p>
            <a:r>
              <a:t>[SERVICE LOCATOR]</a:t>
            </a:r>
          </a:p>
          <a:p>
            <a:r>
              <a:t>- Consumer punya dependensi pada locator.</a:t>
            </a:r>
          </a:p>
          <a:p>
            <a:r>
              <a:t>- Memanggil container.Get(...) secara aktif.</a:t>
            </a:r>
          </a:p>
          <a:p>
            <a:r>
              <a:t>- Tersembunyi: processor hanya lihat Container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Interface &amp; Value Object</a:t>
            </a:r>
          </a:p>
          <a:p/>
          <a:p>
            <a:r>
              <a:t>Mental Model: Interface enables swap; vo created directly without DI.</a:t>
            </a:r>
          </a:p>
          <a:p/>
          <a:p>
            <a:r>
              <a:t>[]</a:t>
            </a:r>
          </a:p>
          <a:p>
            <a:r>
              <a:t>- type Money struct {</a:t>
            </a:r>
          </a:p>
          <a:p>
            <a:r>
              <a:t>-     Amount   int</a:t>
            </a:r>
          </a:p>
          <a:p>
            <a:r>
              <a:t>-     Currency string</a:t>
            </a:r>
          </a:p>
          <a:p>
            <a:r>
              <a:t>- }</a:t>
            </a:r>
          </a:p>
          <a:p>
            <a:r>
              <a:t>- type PaymentGateway interface {</a:t>
            </a:r>
          </a:p>
          <a:p>
            <a:r>
              <a:t>-     Charge(m Money) error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Constructor Injection</a:t>
            </a:r>
          </a:p>
          <a:p/>
          <a:p>
            <a:r>
              <a:t>Mental Model: Constructor injection ensures valid state and explicit deps.</a:t>
            </a:r>
          </a:p>
          <a:p/>
          <a:p>
            <a:r>
              <a:t>[]</a:t>
            </a:r>
          </a:p>
          <a:p>
            <a:r>
              <a:t>- type Processor struct {</a:t>
            </a:r>
          </a:p>
          <a:p>
            <a:r>
              <a:t>-     gateway PaymentGateway</a:t>
            </a:r>
          </a:p>
          <a:p>
            <a:r>
              <a:t>- }</a:t>
            </a:r>
          </a:p>
          <a:p>
            <a:r>
              <a:t>- func NewProcessor(g PaymentGateway) *Processor {</a:t>
            </a:r>
          </a:p>
          <a:p>
            <a:r>
              <a:t>-     return &amp;Processor{gateway: g}</a:t>
            </a:r>
          </a:p>
          <a:p>
            <a:r>
              <a:t>- }</a:t>
            </a:r>
          </a:p>
          <a:p>
            <a:r>
              <a:t>- func (p *Processor) ProcessPayment(amount int) error {</a:t>
            </a:r>
          </a:p>
          <a:p>
            <a:r>
              <a:t>-     if amount &lt;= 0 { return errors.New("invalid amount") }</a:t>
            </a:r>
          </a:p>
          <a:p>
            <a:r>
              <a:t>-     m := Money{Amount: amount, Currency: "USD"}</a:t>
            </a:r>
          </a:p>
          <a:p>
            <a:r>
              <a:t>-     return p.gateway.Charge(m)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Skenario Kegagalan: Invalid Input</a:t>
            </a:r>
          </a:p>
          <a:p/>
          <a:p>
            <a:r>
              <a:t>Mental Model: Input validation blocks infrastructure calls cleanly.</a:t>
            </a:r>
          </a:p>
          <a:p/>
          <a:p>
            <a:r>
              <a:t>[]</a:t>
            </a:r>
          </a:p>
          <a:p>
            <a:r>
              <a:t>- ProcessPayment(-10): Result</a:t>
            </a:r>
          </a:p>
          <a:p>
            <a:r>
              <a:t>- ProcessPayment(100): Result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Bukti: Isolated Testing Tanpa Infrastruktur</a:t>
            </a:r>
          </a:p>
          <a:p/>
          <a:p>
            <a:r>
              <a:t>Mental Model: Interface injection enables fully isolated unit tests.</a:t>
            </a:r>
          </a:p>
          <a:p/>
          <a:p>
            <a:r>
              <a:t>[]</a:t>
            </a:r>
          </a:p>
          <a:p>
            <a:r>
              <a:t>- mock := &amp;MockGateway{}</a:t>
            </a:r>
          </a:p>
          <a:p>
            <a:r>
              <a:t>- proc := di.NewProcessor(mock)</a:t>
            </a:r>
          </a:p>
          <a:p>
            <a:r>
              <a:t>- err := proc.ProcessPayment(50)</a:t>
            </a:r>
          </a:p>
          <a:p>
            <a:r>
              <a:t>- if err != nil { t.Fatalf("expected nil, got %v", err) }</a:t>
            </a:r>
          </a:p>
          <a:p>
            <a:r>
              <a:t>- if mock.ChargedMoney.Amount != 50 { t.Errorf("wrong")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Batasan Klaim</a:t>
            </a:r>
          </a:p>
          <a:p/>
          <a:p>
            <a:r>
              <a:t>Mental Model: Lab membuktikan testability; production butuh validasi terpisah.</a:t>
            </a:r>
          </a:p>
          <a:p/>
          <a:p>
            <a:r>
              <a:t>[PERNYATAAN YANG DAPAT DIBUKTIKAN]</a:t>
            </a:r>
          </a:p>
          <a:p>
            <a:r>
              <a:t>- DI memudahkan testing tanpa infrastructure nyata.</a:t>
            </a:r>
          </a:p>
          <a:p>
            <a:r>
              <a:t>- MockGateway menggantikan network call secara penuh.</a:t>
            </a:r>
          </a:p>
          <a:p>
            <a:r>
              <a:t>- Tes berjalan dalam 0.00s per kasus.</a:t>
            </a:r>
          </a:p>
          <a:p>
            <a:r>
              <a:t>[BATASAN BUKTI]</a:t>
            </a:r>
          </a:p>
          <a:p>
            <a:r>
              <a:t>- "bukan berarti" behaving di production sama dengan test.</a:t>
            </a:r>
          </a:p>
          <a:p>
            <a:r>
              <a:t>- "tidak otomatis" performa atau defect rate menurun.</a:t>
            </a:r>
          </a:p>
          <a:p>
            <a:r>
              <a:t>- "perlu bukti tambahan" untuk skala enterprise.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Batas Integritas</a:t>
            </a:r>
          </a:p>
          <a:p/>
          <a:p>
            <a:r>
              <a:t>Mental Model: Passing unit tests validate structure; production needs holistic validation.</a:t>
            </a:r>
          </a:p>
          <a:p/>
          <a:p>
            <a:r>
              <a:t>[DI LUAR CAKUPAN]</a:t>
            </a:r>
          </a:p>
          <a:p>
            <a:r>
              <a:t>- Lifecycle management singleton/scoped/transient.</a:t>
            </a:r>
          </a:p>
          <a:p>
            <a:r>
              <a:t>- Performance overhead container vs direct new.</a:t>
            </a:r>
          </a:p>
          <a:p>
            <a:r>
              <a:t>- Pengurangan defect rate akibat DI.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Manual Wiring Tanpa Framework</a:t>
            </a:r>
          </a:p>
          <a:p/>
          <a:p>
            <a:r>
              <a:t>Mental Model: Manual wiring bukan berarti tidak profesional; type-safe dan compile-time valid.</a:t>
            </a:r>
          </a:p>
          <a:p/>
          <a:p>
            <a:r>
              <a:t>[ALUR KERJA]</a:t>
            </a:r>
          </a:p>
          <a:p>
            <a:r>
              <a:t>- main.go menginisialisasi RealGateway.</a:t>
            </a:r>
          </a:p>
          <a:p>
            <a:r>
              <a:t>- NewProcessor(realGateway) – Constructor Injection.</a:t>
            </a:r>
          </a:p>
          <a:p>
            <a:r>
              <a:t>- Output: RealGateway charging 100 USD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Payment Processor: Contrast</a:t>
            </a:r>
          </a:p>
          <a:p/>
          <a:p>
            <a:r>
              <a:t>Mental Model: DI pattern yields better testability; Service Locator hides dependencies.</a:t>
            </a:r>
          </a:p>
          <a:p/>
          <a:p>
            <a:r>
              <a:t>[CONTOH]</a:t>
            </a:r>
          </a:p>
          <a:p>
            <a:r>
              <a:t>- Processor: NewProcessor(realGateway)</a:t>
            </a:r>
          </a:p>
          <a:p>
            <a:r>
              <a:t>- BadProcessor: NewBadProcessor(container)</a:t>
            </a:r>
          </a:p>
          <a:p>
            <a:r>
              <a:t>- Output keduanya identik: RealGateway charging ...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Review Kode: Anti-Pattern</a:t>
            </a:r>
          </a:p>
          <a:p/>
          <a:p>
            <a:r>
              <a:t>Mental Model: Service Locator membuat dependensi tak terlihat pada signature.</a:t>
            </a:r>
          </a:p>
          <a:p/>
          <a:p>
            <a:r>
              <a:t>[]</a:t>
            </a:r>
          </a:p>
          <a:p>
            <a:r>
              <a:t>- type BadProcessor struct {</a:t>
            </a:r>
          </a:p>
          <a:p>
            <a:r>
              <a:t>-     container Container</a:t>
            </a:r>
          </a:p>
          <a:p>
            <a:r>
              <a:t>- }</a:t>
            </a:r>
          </a:p>
          <a:p>
            <a:r>
              <a:t>- func (p *BadProcessor) ProcessPayment(amount int) error {</a:t>
            </a:r>
          </a:p>
          <a:p>
            <a:r>
              <a:t>-     return p.container.GetPaymentGateway().Charge(...)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Checklist DI dalam Tim</a:t>
            </a:r>
          </a:p>
          <a:p/>
          <a:p>
            <a:r>
              <a:t>Mental Model: Checklist memastikan DI implementation konsisten dan testable.</a:t>
            </a:r>
          </a:p>
          <a:p/>
          <a:p>
            <a:r>
              <a:t>[WAJIB]</a:t>
            </a:r>
          </a:p>
          <a:p>
            <a:r>
              <a:t>- Deklarasikan dependensi sebagai interface.</a:t>
            </a:r>
          </a:p>
          <a:p>
            <a:r>
              <a:t>- Gunakan constructor injection sebagai default.</a:t>
            </a:r>
          </a:p>
          <a:p>
            <a:r>
              <a:t>- Composition root SATU-satunya tempat buat implementasi konkret.</a:t>
            </a:r>
          </a:p>
          <a:p>
            <a:r>
              <a:t>[HINDARI]</a:t>
            </a:r>
          </a:p>
          <a:p>
            <a:r>
              <a:t>- Container.Get(...) di logic domain.</a:t>
            </a:r>
          </a:p>
          <a:p>
            <a:r>
              <a:t>- Inject value object ke container.</a:t>
            </a:r>
          </a:p>
          <a:p>
            <a:r>
              <a:t>- Constructor dengan banyak parameter (&gt;12 sebagai sinyal).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Kesalahan Umum</a:t>
            </a:r>
          </a:p>
          <a:p/>
          <a:p>
            <a:r>
              <a:t>Mental Model: Abstraction tanpa manfaat = overhead yang tidak perlu.</a:t>
            </a:r>
          </a:p>
          <a:p/>
          <a:p>
            <a:r>
              <a:t>[1. Service Locator sebagai DI]</a:t>
            </a:r>
          </a:p>
          <a:p>
            <a:r>
              <a:t>- Inject container ke kelas; panggil container.Get() di method.</a:t>
            </a:r>
          </a:p>
          <a:p>
            <a:r>
              <a:t>- Solusi: injeksikan interface spesifik yang dibutuhkan.</a:t>
            </a:r>
          </a:p>
          <a:p>
            <a:r>
              <a:t>[2. Over-abstraksi value object]</a:t>
            </a:r>
          </a:p>
          <a:p>
            <a:r>
              <a:t>- Masukkan Money, DateTime, Address ke container.</a:t>
            </a:r>
          </a:p>
          <a:p>
            <a:r>
              <a:t>- Solusi: buat langsung, tidak butuh interface.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Biaya DI</a:t>
            </a:r>
          </a:p>
          <a:p/>
          <a:p>
            <a:r>
              <a:t>Mental Model: DI improves testability; adds configuration overhead that must be managed.</a:t>
            </a:r>
          </a:p>
          <a:p/>
          <a:p>
            <a:r>
              <a:t>[KEUNTUNGAN]</a:t>
            </a:r>
          </a:p>
          <a:p>
            <a:r>
              <a:t>- Testing terisolasi tanpa infrastructure.</a:t>
            </a:r>
          </a:p>
          <a:p>
            <a:r>
              <a:t>- Swap implementasi lewat composition root.</a:t>
            </a:r>
          </a:p>
          <a:p>
            <a:r>
              <a:t>- Clear dependency contracts.</a:t>
            </a:r>
          </a:p>
          <a:p>
            <a:r>
              <a:t>[KOS-KOSAN]</a:t>
            </a:r>
          </a:p>
          <a:p>
            <a:r>
              <a:t>- Konfigurasi ekstra di main.go.</a:t>
            </a:r>
          </a:p>
          <a:p>
            <a:r>
              <a:t>- Tracing kesulitan (behavior dipisah dari construction).</a:t>
            </a:r>
          </a:p>
          <a:p>
            <a:r>
              <a:t>- Refactoring penting untuk memilih DI framework.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Kesimpulan</a:t>
            </a:r>
          </a:p>
          <a:p/>
          <a:p>
            <a:r>
              <a:t>Mental Model: DI memisahkan konfigurasi dari penggunaan; bukan silver bullet.</a:t>
            </a:r>
          </a:p>
          <a:p/>
          <a:p>
            <a:r>
              <a:t>[INSIGHT UTAMA]</a:t>
            </a:r>
          </a:p>
          <a:p>
            <a:r>
              <a:t>- Constructor injection default untuk testability.</a:t>
            </a:r>
          </a:p>
          <a:p>
            <a:r>
              <a:t>- Avoid Service Locator di domain logic.</a:t>
            </a:r>
          </a:p>
          <a:p>
            <a:r>
              <a:t>- Mock injection = testing isolation tanpa network.</a:t>
            </a:r>
          </a:p>
          <a:p>
            <a:r>
              <a:t>- Value objects langsung dibuat, tidak lewat DI.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8 Poin Kunci</a:t>
            </a:r>
          </a:p>
          <a:p/>
          <a:p>
            <a:r>
              <a:t>Mental Model: Eight core principles guide DI adoption in Go applications.</a:t>
            </a:r>
          </a:p>
          <a:p/>
          <a:p>
            <a:r>
              <a:t>[]</a:t>
            </a:r>
          </a:p>
          <a:p>
            <a:r>
              <a:t>- 1: Sepetakan konfigurasi dari penggunaan</a:t>
            </a:r>
          </a:p>
          <a:p>
            <a:r>
              <a:t>- 2: IoC umum; DI spesifik untuk dependensi</a:t>
            </a:r>
          </a:p>
          <a:p>
            <a:r>
              <a:t>- 3: Constructor injection default</a:t>
            </a:r>
          </a:p>
          <a:p>
            <a:r>
              <a:t>- 4: Service Locator dilarang di domain</a:t>
            </a:r>
          </a:p>
          <a:p>
            <a:r>
              <a:t>- 5: Program to interfaces</a:t>
            </a:r>
          </a:p>
          <a:p>
            <a:r>
              <a:t>- 6: Mock injection untuk pengujian</a:t>
            </a:r>
          </a:p>
          <a:p>
            <a:r>
              <a:t>- 7: Value objects langsung dibuat</a:t>
            </a:r>
          </a:p>
          <a:p>
            <a:r>
              <a:t>- 8: Over-injection = SRP violation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Komponen DI</a:t>
            </a:r>
          </a:p>
          <a:p/>
          <a:p>
            <a:r>
              <a:t>Mental Model: Clear component mapping enables modular testing.</a:t>
            </a:r>
          </a:p>
          <a:p/>
          <a:p>
            <a:r>
              <a:t>[]</a:t>
            </a:r>
          </a:p>
          <a:p>
            <a:r>
              <a:t>- Komponen | Lokasi | Peran</a:t>
            </a:r>
          </a:p>
          <a:p>
            <a:r>
              <a:t>- PaymentGateway | internal/di/gateway.go | Interface abstraksi payment provider</a:t>
            </a:r>
          </a:p>
          <a:p>
            <a:r>
              <a:t>- RealGateway | internal/di/gateway.go | Implementasi produksi</a:t>
            </a:r>
          </a:p>
          <a:p>
            <a:r>
              <a:t>- Money | internal/di/gateway.go | Value object</a:t>
            </a:r>
          </a:p>
          <a:p>
            <a:r>
              <a:t>- Processor | internal/di/processor.go | Service dengan Constructor Injection</a:t>
            </a:r>
          </a:p>
          <a:p>
            <a:r>
              <a:t>- Container | internal/di/locator.go | Interface Service Locator</a:t>
            </a:r>
          </a:p>
          <a:p>
            <a:r>
              <a:t>- BadProcessor | internal/di/locator.go | Service dengan Anti-pattern</a:t>
            </a:r>
          </a:p>
          <a:p>
            <a:r>
              <a:t>- MockGateway | tests/processor_test.go | Test double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Cara Menduplikasi</a:t>
            </a:r>
          </a:p>
          <a:p/>
          <a:p>
            <a:r>
              <a:t>Mental Model: Reproduction requires only Go standard library, no external dependencies.</a:t>
            </a:r>
          </a:p>
          <a:p/>
          <a:p>
            <a:r>
              <a:t>[]</a:t>
            </a:r>
          </a:p>
          <a:p>
            <a:r>
              <a:t>- cd labs/16-dependency-injection</a:t>
            </a:r>
          </a:p>
          <a:p>
            <a:r>
              <a:t>- go test -v ./...    # 6 test cases, semua PASS</a:t>
            </a:r>
          </a:p>
          <a:p>
            <a:r>
              <a:t>- go test -race ./... # race-detector clean</a:t>
            </a:r>
          </a:p>
          <a:p>
            <a:r>
              <a:t>- go run ./cmd/demo   # jalankan demo DI vs Service Locator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Hasil Verifikasi</a:t>
            </a:r>
          </a:p>
          <a:p/>
          <a:p>
            <a:r>
              <a:t>Mental Model: Comprehensive test coverage validates DI implementation behavior.</a:t>
            </a:r>
          </a:p>
          <a:p/>
          <a:p>
            <a:r>
              <a:t>[]</a:t>
            </a:r>
          </a:p>
          <a:p>
            <a:r>
              <a:t>- 6: Test Cases</a:t>
            </a:r>
          </a:p>
          <a:p>
            <a:r>
              <a:t>- 0: Failures</a:t>
            </a:r>
          </a:p>
          <a:p>
            <a:r>
              <a:t>- PASS: Race Detector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Sebelum vs Sesudah DI</a:t>
            </a:r>
          </a:p>
          <a:p/>
          <a:p>
            <a:r>
              <a:t>Mental Model: DI mengekspos dependency lewat kontrak, bukan hard-code.</a:t>
            </a:r>
          </a:p>
          <a:p/>
          <a:p>
            <a:r>
              <a:t>[TANPA DI]</a:t>
            </a:r>
          </a:p>
          <a:p>
            <a:r>
              <a:t>- Processor membuat gateway sendiri.</a:t>
            </a:r>
          </a:p>
          <a:p>
            <a:r>
              <a:t>- Hard-coded pada RealGateway.</a:t>
            </a:r>
          </a:p>
          <a:p>
            <a:r>
              <a:t>- Test lambat, butuh network.</a:t>
            </a:r>
          </a:p>
          <a:p>
            <a:r>
              <a:t>[DENGAN DI]</a:t>
            </a:r>
          </a:p>
          <a:p>
            <a:r>
              <a:t>- Processor menerima interface.</a:t>
            </a:r>
          </a:p>
          <a:p>
            <a:r>
              <a:t>- Swappable lewat constructor.</a:t>
            </a:r>
          </a:p>
          <a:p>
            <a:r>
              <a:t>- Test cepat, mock-only.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DI untuk Kode Lebih Bersih</a:t>
            </a:r>
          </a:p>
          <a:p/>
          <a:p>
            <a:r>
              <a:t>Mental Model: DI enables modular, testable code but adds configuration overhead.</a:t>
            </a:r>
          </a:p>
          <a:p/>
          <a:p>
            <a:r>
              <a:t>[MODUL LAB]</a:t>
            </a:r>
          </a:p>
          <a:p>
            <a:r>
              <a:t>- internal/di/gateway.go • internal/di/processor.go • internal/di/locator.go</a:t>
            </a:r>
          </a:p>
          <a:p>
            <a:r>
              <a:t>- cmd/demo/main.go • tests/processor_test.go</a:t>
            </a:r>
          </a:p>
          <a:p>
            <a:r>
              <a:t>- README.md • content/*</a:t>
            </a:r>
          </a:p>
          <a:p>
            <a:r>
              <a:t>[STATUS]</a:t>
            </a:r>
          </a:p>
          <a:p>
            <a:r>
              <a:t>- Sumber: commit 8772235</a:t>
            </a:r>
          </a:p>
          <a:p>
            <a:r>
              <a:t>- Test passing: 6 test cases, 0 failures.</a:t>
            </a:r>
          </a:p>
          <a:p>
            <a:r>
              <a:t>- Race detector: clean (go test -race ./...)</a:t>
            </a:r>
          </a:p>
          <a:p>
            <a:r>
              <a:t>- Manual wiring demo; production may need framework.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Inversi Kontrol &amp; Modularitas Kode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Lukman / lukman-ss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Konteks Arsitektur Hilang Tanpa Jejak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Hard-coded dependencies menghabiskan testability dan swap implementasi.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MASALAH NYATA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Kelas membuat objek dependensinya sendiri → tight coupling.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Ganti payment gateway memaksa ubah banyak tempat.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 menjadi integration test yang lambat.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Ketika kelas menginstansiasi dependensinya sendiri, alasan teknisnya tidak terdokumentasi. Tim lama mengerti, tapi engineer baru bingung.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Tight coupling erases architectural context from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Mengapa Ini Penting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Coupling keras menghambat evolvability sistem jangka panjang.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DAMPAG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 lambat karena bergantung pada status eksternal (API, database).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Perubahan vendor memicu modifikasi menyeluruh lapisan bisnis.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Arsitektur kaku karena tiap consumer terikat pada implementasi spesifik.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 lambat karena bergantung pada status eksternal (API, database). Perubahan vendor memicu modifikasi menyeluruh lapisan bisnis. Arsitektur kaku karena tiap consumer terikat pada implementasi spesifik.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construction from use for maintainable evolution.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Pemisahan Konfigurasi dari Penggunaan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Fase konfigurasi = buat objek; fase penggunaan = jalankan logika.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Modul logika tidak boleh mencari atau membangun dependensinya.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Assembler/Composition Root yang bertanggung jawab merakit object graph.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Hollywood Principle: Don't call us, we'll call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Modul logika tidak boleh mencari atau membangun dependensinya. Assembler/Composition Root yang bertanggung jawab merakit object graph. Hollywood Principle: Don't call us, we'll call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External injection enables loose coupling.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DI vs Service Locator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Keduanya decorrelate, tapi mekanisme berbeda.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CONSTRUCTOR INJECTION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Dependensi muncul lewat parameter constructor.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ada request eksplisit ke container.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Jelas: Processor(PaymentGateway)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SERVICE LOCATOR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Consumer punya dependensi pada locator.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Memanggil container.Get(...) secara aktif.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Tersembunyi: processor hanya lihat Container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Dependensi muncul lewat parameter constructor. Tidak ada request eksplisit ke container. Jelas: Processor(PaymentGateway)</a:t>
            </a:r>
            <a:br/>
            <a:br/>
            <a:r>
              <a:t>Consumer punya dependensi pada locator. Memanggil container.Get(...) secara aktif. Tersembunyi: processor hanya lihat Container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 hides look-up; Service Locator exposes it explicitly.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Interface &amp; Value 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Money is VO; PaymentGateway is contract.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Money struct {</a:t>
            </a:r>
            <a:br/>
            <a:r>
              <a:t>    Amount   int</a:t>
            </a:r>
            <a:br/>
            <a:r>
              <a:t>    Currency string</a:t>
            </a:r>
            <a:br/>
            <a:r>
              <a:t>}</a:t>
            </a:r>
            <a:br/>
            <a:r>
              <a:t>type PaymentGateway interface {</a:t>
            </a:r>
            <a:br/>
            <a:r>
              <a:t>    Charge(m Money) error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Interface enables swap; vo created directly without 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content/03-code-snippets.md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Constructor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Processor menerima gateway lewat constructor.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Processor struct {</a:t>
            </a:r>
            <a:br/>
            <a:r>
              <a:t>    gateway PaymentGateway</a:t>
            </a:r>
            <a:br/>
            <a:r>
              <a:t>}</a:t>
            </a:r>
            <a:br/>
            <a:r>
              <a:t>func NewProcessor(g PaymentGateway) *Processor {</a:t>
            </a:r>
            <a:br/>
            <a:r>
              <a:t>    return &amp;Processor{gateway: g}</a:t>
            </a:r>
            <a:br/>
            <a:r>
              <a:t>}</a:t>
            </a:r>
            <a:br/>
            <a:r>
              <a:t>func (p *Processor) ProcessPayment(amount int) error {</a:t>
            </a:r>
            <a:br/>
            <a:r>
              <a:t>    if amount &lt;= 0 { return errors.New("invalid amount") }</a:t>
            </a:r>
            <a:br/>
            <a:r>
              <a:t>    m := Money{Amount: amount, Currency: "USD"}</a:t>
            </a:r>
            <a:br/>
            <a:r>
              <a:t>    return p.gateway.Charge(m)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Constructor injection ensures valid state and explicit deps.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content/03-code-snippets.md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Skenario Kegagalan: Invalid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Validasi amount &lt;= 0 mencegah panggilan sia-sia.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ProcessPayment(-10): Result (Error: invalid amount, gateway NOT called)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ProcessPayment(100): Result (Money created, gateway.Charge() invoked)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Result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Input validation blocks infrastructure calls cleanly.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Bukti: Isolated Testing Tanpa Infrastruktur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MockGateway menggantikan RealGateway secara penuh.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mock := &amp;MockGateway{}</a:t>
            </a:r>
            <a:br/>
            <a:r>
              <a:t>proc := di.NewProcessor(mock)</a:t>
            </a:r>
            <a:br/>
            <a:r>
              <a:t>err := proc.ProcessPayment(50)</a:t>
            </a:r>
            <a:br/>
            <a:r>
              <a:t>if err != nil { t.Fatalf("expected nil, got %v", err) }</a:t>
            </a:r>
            <a:br/>
            <a:r>
              <a:t>if mock.ChargedMoney.Amount != 50 { t.Errorf("wrong")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Interface injection enables fully isolated unit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content/03-code-snippets.md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Batasan Klaim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Tidak ada jaminan produksi otomatis.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PERNYATAAN YANG DAPAT DIBUKTIKAN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DI memudahkan testing tanpa infrastructure nyata.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MockGateway menggantikan network call secara penuh.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 berjalan dalam 0.00s per kasus.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BATASAN BUKTI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"bukan berarti" behaving di production sama dengan test.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"tidak otomatis" performa atau defect rate menurun.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"perlu bukti tambahan" untuk skala enterprise.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memudahkan testing tanpa infrastructure nyata. MockGateway menggantikan network call secara penuh. Tes berjalan dalam 0.00s per kasus.</a:t>
            </a:r>
            <a:br/>
            <a:br/>
            <a:r>
              <a:t>"bukan berarti" behaving di production sama dengan test. "tidak otomatis" performa atau defect rate menurun. "perlu bukti tambahan" untuk skala enterprise.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Lab membuktikan testability; production butuh validasi terpisah.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modules/quality-bar.md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 Integritas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Tes tidak membuktikan keamanan produksi.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DI LUAR CAKUPAN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Lifecycle management singleton/scoped/transient.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Performance overhead container vs direct new.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Pengurangan defect rate akibat 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Lifecycle management singleton/scoped/transient. Performance overhead container vs direct new. Pengurangan defect rate akibat 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Passing unit tests validate structure; production needs holistic validation.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Manual Wiring Tanpa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YAGNI: Go stand-alone cukup membuktikan konsep.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ALUR KERJA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main.go menginisialisasi RealGateway.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NewProcessor(realGateway) – Constructor Injection.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Output: RealGateway charging 100 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main.go menginisialisasi RealGateway. NewProcessor(realGateway) – Constructor Injection. Output: RealGateway charging 100 USD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Manual wiring bukan berarti tidak profesional; type-safe dan compile-time valid.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Payment Processor: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Processor vs BadProcessor pada kasus nyata.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CONTOH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Processor: NewProcessor(realGateway)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BadProcessor: NewBadProcessor(container)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Output keduanya identik: RealGateway charging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Processor: NewProcessor(realGateway) BadProcessor: NewBadProcessor(container) Output keduanya identik: RealGateway charging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 pattern yields better testability; Service Locator hides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Review Kode: Anti-Pattern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BadProcessor menyembunyikan dependensi di container.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BadProcessor struct {</a:t>
            </a:r>
            <a:br/>
            <a:r>
              <a:t>    container Container</a:t>
            </a:r>
            <a:br/>
            <a:r>
              <a:t>}</a:t>
            </a:r>
            <a:br/>
            <a:r>
              <a:t>func (p *BadProcessor) ProcessPayment(amount int) error {</a:t>
            </a:r>
            <a:br/>
            <a:r>
              <a:t>    return p.container.GetPaymentGateway().Charge(...)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 Locator membuat dependensi tak terlihat pada signature.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content/03-code-snippets.md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Checklist DI dalam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Langkah implementasi yang direkomendasikan.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WAJIB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Deklarasikan dependensi sebagai interface.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Gunakan constructor injection sebagai default.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Composition root SATU-satunya tempat buat implementasi konkret.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HINDARI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Container.Get(...) di logic domain.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Inject value object ke container.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Constructor dengan banyak parameter (&gt;12 sebagai sinyal).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Deklarasikan dependensi sebagai interface. Gunakan constructor injection sebagai default. Composition root SATU-satunya tempat buat implementasi konkret.</a:t>
            </a:r>
            <a:br/>
            <a:br/>
            <a:r>
              <a:t>Container.Get(...) di logic domain. Inject value object ke container. Constructor dengan banyak parameter (&gt;12 sebagai sinyal).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Checklist memastikan DI implementation konsisten dan testable.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Kesalahan Umum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Yang sering dilakukan developer baru.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1. SERVICE LOCATOR SEBAGAI DI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Inject container ke kelas; panggil container.Get() di method.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Solusi: injeksikan interface spesifik yang dibutuhkan.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2. OVER-ABSTRAKSI VALUE OBJECT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Masukkan Money, DateTime, Address ke container.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Solusi: buat langsung, tidak butuh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Inject container ke kelas; panggil container.Get() di method. Solusi: injeksikan interface spesifik yang dibutuhkan.</a:t>
            </a:r>
            <a:br/>
            <a:br/>
            <a:r>
              <a:t>Masukkan Money, DateTime, Address ke container. Solusi: buat langsung, tidak butuh interface.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Abstraction tanpa manfaat = overhead yang tidak perlu.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Biaya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Tidak ada Solution gratis; ada trade-off.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KEUNTUNGAN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Testing terisolasi tanpa infrastructure.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Swap implementasi lewat composition root.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Clear dependency contracts.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KOS-KOSAN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Konfigurasi ekstra di main.go.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Tracing kesulitan (behavior dipisah dari construction).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Refactoring penting untuk memilih DI framework.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Testing terisolasi tanpa infrastructure. Swap implementasi lewat composition root. Clear dependency contracts.</a:t>
            </a:r>
            <a:br/>
            <a:br/>
            <a:r>
              <a:t>Konfigurasi ekstra di main.go. Tracing kesulitan (behavior dipisah dari construction). Refactoring penting untuk memilih DI framework.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 improves testability; adds configuration overhead that must be managed.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Kesimpulan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DI meningkatkan modularitas, bukan penyelesaian semua masalah.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INSIGHT UTAMA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Constructor injection default untuk testability.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Avoid Service Locator di domain logic.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Mock injection = testing isolation tanpa network.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Value objects langsung dibuat, tidak lewat 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Constructor injection default untuk testability. Avoid Service Locator di domain logic. Mock injection = testing isolation tanpa network. Value objects langsung dibuat, tidak lewat 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 memisahkan konfigurasi dari penggunaan; bukan silver bullet.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8 Poin Kunci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Ringkasan prinsip Dependency Injection.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1: Sepetakan konfigurasi dari penggunaan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2: IoC umum; DI spesifik untuk dependensi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3: Constructor injection default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4: Service Locator dilarang di domain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5: Program to interfaces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6: Mock injection untuk pengujian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7: Value objects langsung dibuat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8: Over-injection = SRP violation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Sepetakan konfigurasi dari penggunaan IoC umum; DI spesifik untuk dependensi Constructor injection default Service Locator dilarang di domain Program to interfaces Mock injection untuk pengujian Value objects langsung dibuat Over-injection = SRP violation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Eight core principles guide DI adoption in Go applications.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Komponen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Tabel komponen dan lokasinya.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1206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Komponen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Lokasi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Peran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PaymentGateway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internal/di/gateway.go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Interface abstraksi payment provider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RealGateway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internal/di/gateway.go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Implementasi produksi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Money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internal/di/gateway.go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Value object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Processor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internal/di/processor.go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Service dengan Constructor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Container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internal/di/locator.go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Interface Service Locator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BadProcessor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internal/di/locator.go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Service dengan Anti-pattern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MockGateway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tests/processor_test.go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Test 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Clear component mapping enables modular testing.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Cara Menduplikasi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Jalankan langkah ini di mesin lokal.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cd labs/16-dependency-injection</a:t>
            </a:r>
            <a:br/>
            <a:r>
              <a:t>go test -v ./...    # 6 test cases, semua PASS</a:t>
            </a:r>
            <a:br/>
            <a:r>
              <a:t>go test -race ./... # race-detector clean</a:t>
            </a:r>
            <a:br/>
            <a:r>
              <a:t>go run ./cmd/demo   # jalankan demo DI vs Service Locator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Reproduction requires only Go standard library, no external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Hasil Verifikasi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Semua test lulus dengan race detector bersih.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6: Test Cases (3 untuk Processor • 3 untuk BadProcessor)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0: Failures (Semua lolos)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PASS: Race Detector (go test -race bersih)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 Cases Failures Race Detector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Comprehensive test coverage validates DI implementation behavior.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Sebelum vs Sesudah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Perbandingan pola yang direkomendasikan.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TANPA DI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membuat gateway sendiri.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Hard-coded pada RealGateway.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 lambat, butuh network.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DENGAN DI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menerima interface.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Swappable lewat constructor.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 cepat, mock-only.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Processor membuat gateway sendiri. Hard-coded pada RealGateway. Test lambat, butuh network.</a:t>
            </a:r>
            <a:br/>
            <a:br/>
            <a:r>
              <a:t>Processor menerima interface. Swappable lewat constructor. Test cepat, mock-only.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 mengekspos dependency lewat kontrak, bukan hard-code.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 untuk Kode Lebih Bersih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DI enables modular, testable code but adds configuration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16 - Dependency Injection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https://github.com/lukman-ss/software-engineering-lab/tree/main/labs/16-dependency-injection</a:t>
            </a: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github.com/lukman-ss/software-engineering-lab/tree/main/labs/16-dependency-injection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8772235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DI • IoC • Go • 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