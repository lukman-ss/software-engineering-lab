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Slide: Dependency Injection - Software Engineering Lab 16 oleh Lukman / lukman-ss.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02 / 24: Masalah: Hard-Coded Infrastructure di Logika Bisnis. Inti mental model: Separation of Configuration from Use is more critical than the choice between DI and Service Locator.. Sumber: README.md • internal/di/gateway.go.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03 / 24: Mengapa Ini Krusial: Biaya Coupling Jangka Panjang. Inti mental model: Tight coupling turns simple unit tests into brittle, slow integration tests..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04 / 24: Mental Model: Externalize Object Creation. Inti mental model: Don't let business logic manufacture its own dependencies..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05 / 24: Inversion of Control vs Dependency Injection. Inti mental model: IoC is the architectural philosophy; DI is the concrete delivery mechanism..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06 / 24: Kontrak Abstraksi: Interface PaymentGateway. Inti mental model: Accept interfaces, return structs. Let the consumer dictate the boundary.. Sumber: internal/di/gateway.go:12-14.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07 / 24: Constructor Injection: Eksplisit dan Aman. Inti mental model: Explicit constructor parameters make missing dependencies impossible at compile time.. Sumber: internal/di/processor.go:9-15.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08 / 24: Service Locator Anti-Pattern di Go. Inti mental model: Service Locators hide dependencies behind runtime queries and break compile-time safety.. Sumber: internal/di/locator.go:16-27.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09 / 24: Komparasi Arsitektur: DI vs Service Locator. Inti mental model: Explicitness in architecture eliminates runtime surprises in production..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/ 24: Peran Assembler / Composition Root. Inti mental model: Confine knowledge of concrete infrastructure to the application's composition root.. Sumber: cmd/demo/main.go:1-25.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/ 24: Validasi Input: Guard Sebelum Panggilan Eksternal. Inti mental model: Validate domain rules early to protect downstream infrastructure from wasteful calls.. Sumber: internal/di/processor.go:21-28.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/ 24: Error Propagation yang Transparan. Inti mental model: Wrap infrastructure errors cleanly without swallowing root diagnostic causes.. Sumber: tests/processor_test.go:45-58.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/ 24: Mocking Terisolasi Tanpa Jaringan. Inti mental model: Interfaces enable instant, deterministic unit tests without network friction.. Sumber: tests/processor_test.go:12-25.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/ 24: Cakupan Test Suites: 6 Kasus Terverifikasi. Inti mental model: Comprehensive test assertions verify both golden paths and failure handling.. Sumber: tests/processor_test.go:28-95.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/ 24: Verifikasi Runtime: Race Detection Bersih. Inti mental model: Zero shared mutable state in injected services guarantees race-clean execution.. Sumber: cmd/demo/main.go.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/ 24: Batas DI: Value Objects vs Service Objects. Inti mental model: Inject infrastructure and services; instantiate pure value objects directly..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/ 24: Lifecycle Dependensi: Singleton vs Transient. Inti mental model: Match dependency lifecycle to its concurrency model and resource cost..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/ 24: Pitfalls: Circular Dependency &amp; Interface Pollution. Inti mental model: Don't introduce an interface until you have at least two implementations or a test boundary..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/ 24: Manual Wiring vs Automated DI Frameworks. Inti mental model: Start with explicit manual wiring; adopt frameworks only when graph size demands it..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/ 24: Batas Bukti Implementasi Lab 16. Inti mental model: A clear technical lab is honest about its explicit testing boundaries.. Sumber: README.md • tests/processor_test.go.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/ 24: Checklist Produksi: Menerapkan DI yang Sehat. Inti mental model: Healthy DI balances explicit construction, fast test isolation, and architectural clarity.. Sumber: 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/ 24: Ringkasan Arsitektur: Pilar 1 &amp; 2. Inti mental model: Externalize object creation. Preserve domain logic purity above all infrastructure concerns.. Sumber: 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/ 24: Ringkasan Arsitektur: Pilar 3 &amp; 4. Inti mental model: Prefer clear, explicit wiring over clever automations that obscure the object graph.. Sumber: 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Penutup dan tautan repositori ke kode implementasi Lab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b-16-dependency-injection-cover-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Masalah: Hard-Coded Infrastructure di Logika Bisnis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Instansiasi dependensi langsung di dalam domain mengunci kode pada provider konkret.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MOTIVASI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Ketika Processor memanggil new RealGateway() di dalamnya, logika bisnis terkunci pada implementasi teknis eksternal. Perubahan vendor atau protokol jaringan memaksa rewrite pada lapisan domain.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BATAS LAB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Lab membuktikan manual wiring di Go standar dan isolasi unit test dengan mock. Tidak menggunakan framework DI otomatis (reflection/code-gen) atau manajemen lifecycle container rumit.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Separation of Configuration from Use is more critical than the choice between DI and Service Locator.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README.md • internal/di/gateway.go                                                                                                          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Mengapa Ini Krusial: Biaya Coupling Jangka Panjang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Keterikatan keras merusak kemampuan evolusi sistem dan melipatgandakan biaya pengujian.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DAMPAK PENGUJIAN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Setiap unit test terpaksa membuka koneksi jaringan, bergantung pada third-party gateway, berjalan lambat, dan menjadi flaky saat jaringan tidak stabil.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DAMPAK ARSITEKTUR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Domain logic kehilangan portabilitas. Mengganti vendor gateway memaksa modifikasi di banyak tempat karena tidak ada abstraksi antarmuka yang melindungi inti bisnis.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Tight coupling turns simple unit tests into brittle, slow integration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Mental Model: Externalize Object Creation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Pisahkan tanggung jawab membuat objek dari tanggung jawab menjalankan logika bisnis.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PRINSIP UTAMA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Komponen domain tidak boleh memutuskan bagaimana dependensinya diciptakan. Siapa yang membutuhkan dependensi cukup mendeklarasikannya; pihak luar (assembler) yang menyediakannya.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ANALOGI PERANGKAT KERAS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Seperti stopkontak listrik standar: peralatan elektronik tidak perlu tahu apakah listrik berasal dari panel surya atau generator PLN. Cukup colokkan kabel ke soket yang sesuai.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Don't let business logic manufacture its own dependencies.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Inversion of Control vs Dependency Injection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Memahami payung konsep arsitektur besar dan teknik spesifik yang menerapkannya.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INVERSION OF CONTROL (IoC)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Prinsip desain umum di mana kendali alur eksekusi atau instansiasi diserahkan ke luar objek (Hollywood Principle: "Don't call us, we'll call you").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DEPENDENCY INJECTION (DI)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Pola implementasi konkret dari IoC di mana dependensi diberikan (di-inject) ke dalam objek dari luar melalui constructor, setter, atau interface.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IoC is the architectural philosophy; DI is the concrete delivery mechanism.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Kontrak Abstraksi: Interface PaymentGateway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Interface didefinisikan oleh consumer domain untuk membatasi ketergantungan.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KONTRAK KODE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type PaymentGateway interface {</a:t>
            </a:r>
            <a:br/>
            <a:r>
              <a:t>    Charge(amount Money) error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PRINSIP GO IDIOMATIK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Konsumen (Processor) mendefinisikan interface yang ia butuhkan, bukan provider. Ini menjaga interface tetap ramping dan mudah di-mock secara presisi tanpa polusi metode.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Accept interfaces, return structs. Let the consumer dictate the boundary.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internal/di/gateway.go:12-14                                                                                                          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Constructor Injection: Eksplisit dan Aman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Menerima dependensi wajib saat instansiasi memastikan state objek selalu valid.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KODE CONSTRUCTOR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func NewProcessor(g PaymentGateway) *Processor {</a:t>
            </a:r>
            <a:br/>
            <a:r>
              <a:t>    return &amp;Processor{gateway: g}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MANFAAT KOMPILASI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Compiler Go memastikan dependensi tidak boleh tertinggal. Objek Processor dijamin tidak akan mengalami runtime nil pointer exception saat memanggil gateway.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Explicit constructor parameters make missing dependencies impossible at compile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internal/di/processor.go:9-15                                                                                                          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Service Locator Anti-Pattern di Go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Menyembunyikan dependensi di balik container generik menciptakan ilusi fleksibilitas.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ANTI-PATTERN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func NewBadProcessor(c Container) *BadProcessor {</a:t>
            </a:r>
            <a:br/>
            <a:r>
              <a:t>    return &amp;BadProcessor{container: c}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MASALAH TERSEMBUNYI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Dependensi nyata tersembunyi di dalam runtime query method container. Compiler tidak bisa memeriksa apakah instance PaymentGateway benar-benar terdaftar di container.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Service Locators hide dependencies behind runtime queries and break compile-time safety.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internal/di/locator.go:16-27                                                                                                          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Komparasi Arsitektur: DI vs Service Locator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Perbandingan langsung karakteristik teknis antara kedua pendekatan instansiasi.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CONSTRUCTOR INJECTION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Visibilitas: Terlihat jelas di signature fungsi</a:t>
            </a:r>
            <a:br/>
            <a:r>
              <a:t>• Keamanan: Compile-time type safe</a:t>
            </a:r>
            <a:br/>
            <a:r>
              <a:t>• Testing: Mock dipassing langsung tanpa container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SERVICE LOCATOR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Visibilitas: Tersembunyi di dalam method body</a:t>
            </a:r>
            <a:br/>
            <a:r>
              <a:t>• Keamanan: Runtime panic jika key tidak ada</a:t>
            </a:r>
            <a:br/>
            <a:r>
              <a:t>• Testing: Wajib register mock ke dalam 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Explicitness in architecture eliminates runtime surprises in production.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Peran Assembler / Composition Root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Titik sentral aplikasi di mana semua dependensi konkret dirakit sebelum digunakan.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MAIN.GO WIRING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func main() {</a:t>
            </a:r>
            <a:br/>
            <a:r>
              <a:t>    gw := &amp;RealGateway{}</a:t>
            </a:r>
            <a:br/>
            <a:r>
              <a:t>    p := NewProcessor(gw)</a:t>
            </a:r>
            <a:br/>
            <a:r>
              <a:t>    p.Process(Money{Amount: 100})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ISOLASI WIRING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Hanya fungsi main() yang mengetahui tipe konkret RealGateway. Semua kode domain hanya mengenal abstraksi interface PaymentGateway.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Confine knowledge of concrete infrastructure to the application's composition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cmd/demo/main.go:1-25                                                                                                        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Validasi Input: Guard Sebelum Panggilan Eksternal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Memastikan data domain valid sebelum menguras sumber daya infrastruktur.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GUARD CLAUSE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if amount.Amount &lt;= 0 {</a:t>
            </a:r>
            <a:br/>
            <a:r>
              <a:t>    return ErrInvalidAmount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EFISIENSI SUMBER DAYA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Transaksi invalid ditolak seketika di lapisan memori tanpa perlu membuang koneksi jaringan ke payment gateway pihak ketiga.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Validate domain rules early to protect downstream infrastructure from wasteful calls.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internal/di/processor.go:21-28                                                                                                        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Error Propagation yang Transparan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Menjaga error dari infrastructure gateway tetap transparan dan dapat ditangani caller.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PENANGANAN ERROR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if err := p.gateway.Charge(amount); err != nil {</a:t>
            </a:r>
            <a:br/>
            <a:r>
              <a:t>    return fmt.Errorf("charge failed: %w", err)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OBSERVABILITAS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Error wrapping menggunakan %w mempertahankan error sentry asli sambil memberikan konteks kontekstual bagi observability tracing sistem.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Wrap infrastructure errors cleanly without swallowing root diagnostic causes.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tests/processor_test.go:45-58                                                                                                        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Mocking Terisolasi Tanpa Jaringan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Bagaimana interface memungkinkan pengetesan instan dan deterministik tanpa dependency luar.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STRUCT MOCK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type MockGateway struct {</a:t>
            </a:r>
            <a:br/>
            <a:r>
              <a:t>    ChargeFunc func(Money) error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FLEKSIBILITAS PENGUJIAN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Setiap skenario pengujian (sukses, kegagalan vendor, timeout) dapat disimulasikan secara presisi dalam hitungan mikrodetik tanpa server nyata.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Interfaces enable instant, deterministic unit tests without network friction.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tests/processor_test.go:12-25                                                                                                        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Cakupan Test Suites: 6 Kasus Terverifikasi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Rincian 6 test cases yang membuktikan ketangguhan Processor dan BadProcessor.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PENGUJIAN POSITIF &amp; NEGATIF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Process Success: Injeksi mock sukses (200 OK)</a:t>
            </a:r>
            <a:br/>
            <a:r>
              <a:t>• Invalid Amount: Penolakan nilai negatif atau nol</a:t>
            </a:r>
            <a:br/>
            <a:r>
              <a:t>• Gateway Failure: Simulasi error upstream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SERVICE LOCATOR &amp; VALUE OBJECTS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BadProcessor Success: Resolusi via container</a:t>
            </a:r>
            <a:br/>
            <a:r>
              <a:t>• BadProcessor Missing: Error saat key kosong</a:t>
            </a:r>
            <a:br/>
            <a:r>
              <a:t>• Money Immutability: Value object valid &amp; aman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Comprehensive test assertions verify both golden paths and failure handling.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tests/processor_test.go:28-95                                                                                                        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Verifikasi Runtime: Race Detection Bersih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Menjalankan eksekusi tes dengan race detector aktif membuktikan keamanan konkurensi.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EKSEKUSI PERINTAH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go test -race ./...</a:t>
            </a:r>
            <a:br/>
            <a:r>
              <a:t>PASS: TestProcessor (0.00s)</a:t>
            </a:r>
            <a:br/>
            <a:r>
              <a:t>PASS: TestBadProcessor (0.00s)</a:t>
            </a:r>
            <a:br/>
            <a:r>
              <a:t>ok  labs/16-dependency-injection/tests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JAMINAN THREAD-SAFETY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Instansiasi objek yang bersih dan stateless dependency injection tidak meninggalkan data race di lingkungan concurrent 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Zero shared mutable state in injected services guarantees race-clean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cmd/demo/main.go                                                                                                        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Batas DI: Value Objects vs Service Objects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Kapan sebuah struct perlu di-inject dan kapan cukup diinstansiasi langsung.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SERVICE OBJECTS (BUTUH DI)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Objek dengan status stateful, koneksi IO, atau dependensi eksternal (Database, Gateway, Logger, Cache). Dikelola melalui interface injection.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VALUE OBJECTS (BYPASS DI)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Objek pembawa data murni tanpa behavior IO (struct Money, koordinat, ID). Instansiasi langsung tanpa melalui container 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Inject infrastructure and services; instantiate pure value objects directly.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Lifecycle Dependensi: Singleton vs Transient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Memahami siklus hidup objek yang diinjeksi ke dalam graph aplikasi.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SINGLETON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Satu instance dibagi bersama untuk seluruh runtime aplikasi (contoh: DB connection pool, HTTP client). Menghemat alokasi memori dan koneksi socket.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TRANSIENT / SCOPED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Instance baru dibuat per request atau per pemanggilan (contoh: transaction context, request tracer). Mencegah kebocoran data antar thread.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Match dependency lifecycle to its concurrency model and resource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Pitfalls: Circular Dependency &amp; Interface Pollution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Jebakan arsitektur umum saat merancang kode berbasis Dependency Injection.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CIRCULAR DEPENDENCY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Paket A mengimpor Paket B, Paket B membutuhkan Paket A. Go secara tegas menolak kompilasi package import cycle pada build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INTERFACE POLLUTION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Membuat interface untuk setiap struct tanpa kebutuhan mocking nyata membuat navigasi kode berbelit dan menambah beban kognitif tim.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Don't introduce an interface until you have at least two implementations or a test boundary.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Manual Wiring vs Automated DI Frameworks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Kapan manual wiring di main.go cukup dan kapan framework dibutuhkan.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MANUAL WIRING (LAB 16)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Kode sederhana, explicit, mudah di-trace via Go jump-to-definition, tidak ada magic reflection, waktu kompilasi instan.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FRAMEWORK DI (WIRE / DIG / FX)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Berguna jika graph dependensi memiliki ratusan service dengan lifecycle kompleks. Code generation (Wire) lebih disukai daripada reflection di 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Start with explicit manual wiring; adopt frameworks only when graph size demands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Batas Bukti Implementasi Lab 16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Kejujuran teknis mengenai batasan ruang lingkup yang dieksplorasi di lab ini.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APA YANG DIBUKTIKAN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Kontras Constructor Injection vs Service Locator, isolasi unit testing dengan mock, proteksi validasi input domain.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APA YANG DI LUAR CAKUPAN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Lab ini tidak menguji reflection framework, auto-wiring runtime, atau dynamic plugin loader skala enterprise.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 clear technical lab is honest about its explicit testing boundaries.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README.md • tests/processor_test.go                                                                                                        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Checklist Produksi: Menerapkan DI yang Sehat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Panduan ringkas untuk tim engineering sebelum merilis kode ke produksi.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ATURAN DESAIN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1. Apakah constructor menerima interface, bukan struct konkret?</a:t>
            </a:r>
            <a:br/>
            <a:r>
              <a:t>2. Apakah objek menolak pembuatan saat dependensi nil?</a:t>
            </a:r>
            <a:br/>
            <a:r>
              <a:t>3. Apakah composition root terpusat di main?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ATURAN PENGUJIAN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4. Apakah setiap unit test dapat berjalan tanpa jaringan?</a:t>
            </a:r>
            <a:br/>
            <a:r>
              <a:t>5. Apakah mock meng-assert error path secara presisi?</a:t>
            </a:r>
            <a:br/>
            <a:r>
              <a:t>6. Apakah value object bebas dari injeksi container?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Healthy DI balances explicit construction, fast test isolation, and architectural clarity.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content/05-key-takeaways.md                                                                                                        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Ringkasan Arsitektur: Pilar 1 &amp; 2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Dua pilar pertama yang memandu implementasi Dependency Injection berkualitas tinggi.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1. DECOUPLING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Pisahkan konstruksi dari penggunaan untuk melindungi aturan bisnis dari gejolak perubahan infrastruktur dan vendor eksternal.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2. TESTABILITY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Gunakan interface minimal pada consumer boundary agar test suite berjalan instan, deterministik, dan zero-network.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Externalize object creation. Preserve domain logic purity above all infrastructure concerns.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content/05-key-takeaways.md                                                                                                        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16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Ringkasan Arsitektur: Pilar 3 &amp; 4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Dua pilar pelengkap untuk menjaga arsitektur tetap bersih dan mudah dipelihara.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3. EXPLICITNESS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Constructor injection membuat semua dependency terlihat jelas sejak kompilasi. Hindari Service Locator yang menyembunyikan query runtime.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4. SIMPLICITY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Prioritaskan manual wiring sederhana di composition root (main.go). Hindari framework automasi berlebihan jika graph objek masih mudah dilacak.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Prefer clear, explicit wiring over clever automations that obscure the object graph.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content/05-key-takeaways.md                                                                                                        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5EEAD4"/>
                </a:solidFill>
              </a:defRPr>
            </a:pPr>
            <a:r>
              <a:t>SOFTWARE ENGINEERING LAB | LAB 16</a:t>
            </a:r>
          </a:p>
          <a:p>
            <a:br/>
            <a:pPr>
              <a:defRPr b="1" sz="2800">
                <a:solidFill>
                  <a:srgbClr val="FFFFFF"/>
                </a:solidFill>
              </a:defRPr>
            </a:pPr>
            <a:r>
              <a:t>Eksternalisasi Pembuatan, Lindungi Logika Domain.</a:t>
            </a:r>
          </a:p>
          <a:p>
            <a:pPr>
              <a:defRPr b="1" sz="1800">
                <a:solidFill>
                  <a:srgbClr val="5EEAD4"/>
                </a:solidFill>
              </a:defRPr>
            </a:pPr>
            <a:r>
              <a:t>Externalize object creation. Keep domain logic pure and tests zero-network.</a:t>
            </a:r>
            <a:br/>
          </a:p>
          <a:p>
            <a:pPr>
              <a:defRPr sz="1500">
                <a:solidFill>
                  <a:srgbClr val="E2E8F0"/>
                </a:solidFill>
              </a:defRPr>
            </a:pPr>
            <a:r>
              <a:t>Software Engineering Lab 16 — Dependency Injection</a:t>
            </a:r>
            <a:br/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internal/di/gateway.go • internal/di/processor.go • internal/di/locator.go</a:t>
            </a:r>
            <a:br/>
            <a:r>
              <a:t>tests/processor_test.go • cmd/demo/main.go • README.md</a:t>
            </a:r>
            <a:br/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REPOSITORY</a:t>
            </a:r>
            <a:br/>
            <a:r>
              <a:t>github.com/lukman-ss/software-engineering-lab/tree/main/labs/16-dependency-injection</a:t>
            </a:r>
            <a:br/>
          </a:p>
          <a:p>
            <a:pPr>
              <a:defRPr b="1" sz="1800">
                <a:solidFill>
                  <a:srgbClr val="F6AD55"/>
                </a:solidFill>
              </a:defRPr>
            </a:pPr>
            <a:r>
              <a:t>Lukman / lukman-ss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Sumber: commit 8afe2a824667528d16d6d9b2ac434a18a6ac2db1 • Verified Go 1.22 (Race-Clean)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