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Dependency Injection &amp; Inversion of Control</a:t>
            </a:r>
          </a:p>
          <a:p/>
          <a:p>
            <a:r>
              <a:t>[]</a:t>
            </a:r>
          </a:p>
          <a:p>
            <a:r>
              <a:t>- Wiring Diagram: Composition Root (main) -&gt; Processor -&gt; PaymentGateway Interface</a:t>
            </a:r>
          </a:p>
          <a:p>
            <a:r>
              <a:t>- Contrast: Explicit Constructor Injection vs Opaque Service Locator Container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Coupling Keras Merusak Testability &amp; Evolusi</a:t>
            </a:r>
          </a:p>
          <a:p/>
          <a:p>
            <a:r>
              <a:t>Mental Model: Hard-coded dependencies fuse business logic directly to infrastructure.</a:t>
            </a:r>
          </a:p>
          <a:p/>
          <a:p>
            <a:r>
              <a:t>[]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Mengapa Global State &amp; Manual Swap Gagal</a:t>
            </a:r>
          </a:p>
          <a:p/>
          <a:p>
            <a:r>
              <a:t>Mental Model: Service Locator trades explicit compile-time coupling for hidden runtime lookup failures.</a:t>
            </a:r>
          </a:p>
          <a:p/>
          <a:p>
            <a:r>
              <a:t>[]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Pemisahan Konfigurasi dari Penggunaan</a:t>
            </a:r>
          </a:p>
          <a:p/>
          <a:p>
            <a:r>
              <a:t>Mental Model: Separate construction from consumption: objects receive dependencies, never build them.</a:t>
            </a:r>
          </a:p>
          <a:p/>
          <a:p>
            <a:r>
              <a:t>[]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Alur Dependensi: Composition Root ke Gateway</a:t>
            </a:r>
          </a:p>
          <a:p/>
          <a:p>
            <a:r>
              <a:t>Mental Model: High-level modules depend on abstractions, decoupling business rules from network adapters.</a:t>
            </a:r>
          </a:p>
          <a:p/>
          <a:p>
            <a:r>
              <a:t>[]</a:t>
            </a:r>
          </a:p>
          <a:p>
            <a:r>
              <a:t>- cmd/demo/main.go | Composition root: inisialisasi RealGateway &amp; Processor</a:t>
            </a:r>
          </a:p>
          <a:p>
            <a:r>
              <a:t>- PaymentGateway Interface | Kontrak abstrak: Charge(Money) error</a:t>
            </a:r>
          </a:p>
          <a:p>
            <a:r>
              <a:t>- Processor.ProcessPayment | Validasi domain amount &gt; 0 &amp; bungkus Money</a:t>
            </a:r>
          </a:p>
          <a:p>
            <a:r>
              <a:t>- MockGateway / RealGateway | Eksekusi jaringan nyata atau mock test terisolasi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Constructor Injection: Valid at Birth</a:t>
            </a:r>
          </a:p>
          <a:p/>
          <a:p>
            <a:r>
              <a:t>Mental Model: Explicit constructor parameters guarantee valid object state at instantiation.</a:t>
            </a:r>
          </a:p>
          <a:p/>
          <a:p>
            <a:r>
              <a:t>[INTERNAL/DI/PROCESSOR.GO]</a:t>
            </a:r>
          </a:p>
          <a:p>
            <a:r>
              <a:t>- type Processor struct {</a:t>
            </a:r>
          </a:p>
          <a:p>
            <a:r>
              <a:t>-     gateway PaymentGateway // unexported field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NewProcessor(g PaymentGateway) *Processor {</a:t>
            </a:r>
          </a:p>
          <a:p>
            <a:r>
              <a:t>-     return &amp;Processor{gateway: g}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(p *Processor) ProcessPayment(amount int) error {</a:t>
            </a:r>
          </a:p>
          <a:p>
            <a:r>
              <a:t>-     if amount &lt;= 0 { return errors.New("invalid amount") }</a:t>
            </a:r>
          </a:p>
          <a:p>
            <a:r>
              <a:t>-     return p.gateway.Charge(Money{Amount: amount, Currency: "USD"})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Failure Path: Validasi Dini Mencegah I/O Sia-sia</a:t>
            </a:r>
          </a:p>
          <a:p/>
          <a:p>
            <a:r>
              <a:t>Mental Model: Domain pre-conditions protect infrastructure boundaries from invalid execution.</a:t>
            </a:r>
          </a:p>
          <a:p/>
          <a:p>
            <a:r>
              <a:t>[ALUR KEGAGALAN SISTEM]</a:t>
            </a:r>
          </a:p>
          <a:p>
            <a:r>
              <a:t>- Client Input: ProcessPayment(-10)</a:t>
            </a:r>
          </a:p>
          <a:p>
            <a:r>
              <a:t>-   -&gt; Guard Clause: if amount &lt;= 0 (VALIDATION FAILURE)</a:t>
            </a:r>
          </a:p>
          <a:p>
            <a:r>
              <a:t>-   -&gt; Return: errors.New("invalid amount")</a:t>
            </a:r>
          </a:p>
          <a:p>
            <a:r>
              <a:t>-   -&gt; Short-Circuit: Gateway.Charge() TIDAK PERNAH DIPANGGIL</a:t>
            </a:r>
          </a:p>
          <a:p>
            <a:r>
              <a:t>- </a:t>
            </a:r>
          </a:p>
          <a:p>
            <a:r>
              <a:t>- Gateway Down: MockGateway.ShouldFail = true</a:t>
            </a:r>
          </a:p>
          <a:p>
            <a:r>
              <a:t>-   -&gt; Input Valid: ProcessPayment(50) -&gt; Gateway.Charge(50 USD)</a:t>
            </a:r>
          </a:p>
          <a:p>
            <a:r>
              <a:t>-   -&gt; Infrastructure Error: "gateway unavailable" dipropagasi utuh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Tabel Komparasi: Tiga Pola Pengelolaan Dependensi</a:t>
            </a:r>
          </a:p>
          <a:p/>
          <a:p>
            <a:r>
              <a:t>Mental Model: Explicit interfaces beat both rigid hardcoding and opaque container lookups.</a:t>
            </a:r>
          </a:p>
          <a:p/>
          <a:p>
            <a:r>
              <a:t>[PERBANDINGAN MEKANISME]</a:t>
            </a:r>
          </a:p>
          <a:p>
            <a:r>
              <a:t>- Dimensi | Hard-Coded (new) | Service Locator | Constructor Injection</a:t>
            </a:r>
          </a:p>
          <a:p>
            <a:r>
              <a:t>- Visibilitas Dependensi | Terkunci internal | Opaque / Tersembunyi | Eksplisit di constructor</a:t>
            </a:r>
          </a:p>
          <a:p>
            <a:r>
              <a:t>- Validasi Compile-Time | Ya (tapi kaku) | Tidak (runtime lookup) | Ya (interface-checked)</a:t>
            </a:r>
          </a:p>
          <a:p>
            <a:r>
              <a:t>- Isolasi Unit Test | Sangat Sulit | Perlu Mock Container | Mudah (Mock Interface)</a:t>
            </a:r>
          </a:p>
          <a:p>
            <a:r>
              <a:t>- Kopling ke Framework | Nol | Tinggi (Container API) | Nol (POPO / Standard Go)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Decision Sequence: Kapan Menggunakan Pola Tertentu</a:t>
            </a:r>
          </a:p>
          <a:p/>
          <a:p>
            <a:r>
              <a:t>Mental Model: Inject infrastructure boundaries; instantiate domain value objects directly.</a:t>
            </a:r>
          </a:p>
          <a:p/>
          <a:p>
            <a:r>
              <a:t>[]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Bukti Eksekusi: Demo Wiring &amp; Test Suite</a:t>
            </a:r>
          </a:p>
          <a:p/>
          <a:p>
            <a:r>
              <a:t>Mental Model: Both patterns execute identically, but constructor injection eliminates runtime container friction.</a:t>
            </a:r>
          </a:p>
          <a:p/>
          <a:p>
            <a:r>
              <a:t>[TERMINAL OUTPUT DEMO &amp; TEST]</a:t>
            </a:r>
          </a:p>
          <a:p>
            <a:r>
              <a:t>- $ go run ./cmd/demo</a:t>
            </a:r>
          </a:p>
          <a:p>
            <a:r>
              <a:t>- --- Running Constructor Injection ---</a:t>
            </a:r>
          </a:p>
          <a:p>
            <a:r>
              <a:t>- RealGateway charging 100 USD</a:t>
            </a:r>
          </a:p>
          <a:p>
            <a:r>
              <a:t>- --- Running Service Locator ---</a:t>
            </a:r>
          </a:p>
          <a:p>
            <a:r>
              <a:t>- RealGateway charging 200 USD</a:t>
            </a:r>
          </a:p>
          <a:p>
            <a:r>
              <a:t>- </a:t>
            </a:r>
          </a:p>
          <a:p>
            <a:r>
              <a:t>- $ go test -v -count=1 ./...</a:t>
            </a:r>
          </a:p>
          <a:p>
            <a:r>
              <a:t>- PASS: TestProcessor_Success (0.00s) | TestProcessor_GatewayError (0.00s)</a:t>
            </a:r>
          </a:p>
          <a:p>
            <a:r>
              <a:t>- PASS: TestProcessor_InvalidAmount (0.00s) | TestBadProcessor_Success (0.00s)</a:t>
            </a:r>
          </a:p>
          <a:p>
            <a:r>
              <a:t>- ok   lab16/tests   0.387s (all 6 tests PASS, race-clean)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Analisis Batasan Bukti: Fakta vs Ekstrapolasi</a:t>
            </a:r>
          </a:p>
          <a:p/>
          <a:p>
            <a:r>
              <a:t>Mental Model: Scope claims strictly to verified test doubles; do not extrapolate lifecycle benchmarks.</a:t>
            </a:r>
          </a:p>
          <a:p/>
          <a:p>
            <a:r>
              <a:t>[YANG DIBUKTIKAN LAB]</a:t>
            </a:r>
          </a:p>
          <a:p>
            <a:r>
              <a:t>- Mock injection mengisolasi test tanpa network call (0.00s).</a:t>
            </a:r>
          </a:p>
          <a:p>
            <a:r>
              <a:t>- Constructor injection menjamin valid-at-birth compile-time.</a:t>
            </a:r>
          </a:p>
          <a:p>
            <a:r>
              <a:t>- Guard clause mencegah pemanggilan gateway saat input invalid.</a:t>
            </a:r>
          </a:p>
          <a:p>
            <a:r>
              <a:t>- Value object (Money) dapat dipakai langsung tanpa DI.</a:t>
            </a:r>
          </a:p>
          <a:p>
            <a:r>
              <a:t>[YANG TIDAK DIBUKTIKAN]</a:t>
            </a:r>
          </a:p>
          <a:p>
            <a:r>
              <a:t>- Lifecycle container (singleton vs scoped vs transient).</a:t>
            </a:r>
          </a:p>
          <a:p>
            <a:r>
              <a:t>- Performa overhead auto-wiring framework (wire / dig).</a:t>
            </a:r>
          </a:p>
          <a:p>
            <a:r>
              <a:t>- Klaim penurunan defect rate sistem production secara empiris.</a:t>
            </a:r>
          </a:p>
          <a:p>
            <a:r>
              <a:t>- Batas 12 parameter constructor (hanya heuristik lab).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Trade-off Arsitektur: Eksplisit vs Fleksibilitas</a:t>
            </a:r>
          </a:p>
          <a:p/>
          <a:p>
            <a:r>
              <a:t>Mental Model: Pay upfront boilerplate in main.go to buy absolute clarity and testability across domain services.</a:t>
            </a:r>
          </a:p>
          <a:p/>
          <a:p>
            <a:r>
              <a:t>[KEUNTUNGAN (CONSTRUCTOR DI)]</a:t>
            </a:r>
          </a:p>
          <a:p>
            <a:r>
              <a:t>- Transparansi total: semua kebutuhan terlihat di signature.</a:t>
            </a:r>
          </a:p>
          <a:p>
            <a:r>
              <a:t>- Immutabilitas: dependensi disetel saat inisialisasi dan unexported.</a:t>
            </a:r>
          </a:p>
          <a:p>
            <a:r>
              <a:t>- Compile-time safety: compiler Go menolak jika dependensi kurang.</a:t>
            </a:r>
          </a:p>
          <a:p>
            <a:r>
              <a:t>[KONSEKUENSI / BIAYA]</a:t>
            </a:r>
          </a:p>
          <a:p>
            <a:r>
              <a:t>- Boilerplate konstruktor bertambah di composition root (main.go).</a:t>
            </a:r>
          </a:p>
          <a:p>
            <a:r>
              <a:t>- Perubahan dependensi memerlukan modifikasi signature konstruktor.</a:t>
            </a:r>
          </a:p>
          <a:p>
            <a:r>
              <a:t>- Tracing alur kode memerlukan navigasi manual tanpa magic wiring.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Pipeline Validasi &amp; Keamanan Konkurensi</a:t>
            </a:r>
          </a:p>
          <a:p/>
          <a:p>
            <a:r>
              <a:t>Mental Model: Immutable dependencies and stack-allocated value objects yield natural thread safety.</a:t>
            </a:r>
          </a:p>
          <a:p/>
          <a:p>
            <a:r>
              <a:t>[CONCURRENCY &amp; VALIDATION PIPELINE]</a:t>
            </a:r>
          </a:p>
          <a:p>
            <a:r>
              <a:t>- Goroutine Client Request -&gt; NewProcessor(mock)</a:t>
            </a:r>
          </a:p>
          <a:p>
            <a:r>
              <a:t>-   -&gt; ProcessPayment(amount) [Stateless Validation]</a:t>
            </a:r>
          </a:p>
          <a:p>
            <a:r>
              <a:t>-   -&gt; if amount &lt;= 0 -&gt; Instant Error (No I/O)</a:t>
            </a:r>
          </a:p>
          <a:p>
            <a:r>
              <a:t>-   -&gt; Value Object: Money{Amount, USD} [Immutable, Stack-allocated]</a:t>
            </a:r>
          </a:p>
          <a:p>
            <a:r>
              <a:t>-   -&gt; Gateway.Charge(Money) [Thread-Safe Interface Call]</a:t>
            </a:r>
          </a:p>
          <a:p>
            <a:r>
              <a:t>- Race Detector Verification: go test -race ./... -&gt; 0 warnings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Sebelum vs Sesudah Constructor Injection</a:t>
            </a:r>
          </a:p>
          <a:p/>
          <a:p>
            <a:r>
              <a:t>Mental Model: Shift dependency discovery from hidden runtime lookups to strict compile-time contracts.</a:t>
            </a:r>
          </a:p>
          <a:p/>
          <a:p>
            <a:r>
              <a:t>[SEBELUM: SERVICE LOCATOR / TIGHT]</a:t>
            </a:r>
          </a:p>
          <a:p>
            <a:r>
              <a:t>- Processor memanggil new RealGateway() atau container.Get().</a:t>
            </a:r>
          </a:p>
          <a:p>
            <a:r>
              <a:t>- Test unit wajib menjalankan server mock HTTP atau mock container.</a:t>
            </a:r>
          </a:p>
          <a:p>
            <a:r>
              <a:t>- Signature NewBadProcessor(Container) menyembunyikan kebutuhan gateway.</a:t>
            </a:r>
          </a:p>
          <a:p>
            <a:r>
              <a:t>- Missing dependency meledak di runtime saat method dipanggil.</a:t>
            </a:r>
          </a:p>
          <a:p>
            <a:r>
              <a:t>[SESUDAH: CONSTRUCTOR INJECTION]</a:t>
            </a:r>
          </a:p>
          <a:p>
            <a:r>
              <a:t>- Processor hanya bergantung pada interface PaymentGateway.</a:t>
            </a:r>
          </a:p>
          <a:p>
            <a:r>
              <a:t>- Test unit menyuntikkan MockGateway in-memory tanpa network (0.00s).</a:t>
            </a:r>
          </a:p>
          <a:p>
            <a:r>
              <a:t>- Signature NewProcessor(PaymentGateway) eksplisit dan terverifikasi.</a:t>
            </a:r>
          </a:p>
          <a:p>
            <a:r>
              <a:t>- Missing dependency gagal di compile-time jika argumen kosong.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Bedah Anatomi: Service Locator Anti-Pattern</a:t>
            </a:r>
          </a:p>
          <a:p/>
          <a:p>
            <a:r>
              <a:t>Mental Model: Container injection pollutes domain logic with infrastructure orchestration concerns.</a:t>
            </a:r>
          </a:p>
          <a:p/>
          <a:p>
            <a:r>
              <a:t>[INTERNAL/DI/LOCATOR.GO]</a:t>
            </a:r>
          </a:p>
          <a:p>
            <a:r>
              <a:t>- type BadProcessor struct {</a:t>
            </a:r>
          </a:p>
          <a:p>
            <a:r>
              <a:t>-     container Container // Anti-Pattern: Mengikat ke container API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(p *BadProcessor) ProcessPayment(amount int) error {</a:t>
            </a:r>
          </a:p>
          <a:p>
            <a:r>
              <a:t>-     // Opaque lookup: pembaca kode tidak tahu dependensi asli</a:t>
            </a:r>
          </a:p>
          <a:p>
            <a:r>
              <a:t>-     return p.container.GetPaymentGateway().Charge(m)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Value Objects Tidak Boleh Menggunakan DI</a:t>
            </a:r>
          </a:p>
          <a:p/>
          <a:p>
            <a:r>
              <a:t>Mental Model: Inject behavior; instantiate state.</a:t>
            </a:r>
          </a:p>
          <a:p/>
          <a:p>
            <a:r>
              <a:t>[]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Strategi Mocking: Pengujian Cepat &amp; Terisolasi</a:t>
            </a:r>
          </a:p>
          <a:p/>
          <a:p>
            <a:r>
              <a:t>Mental Model: Lightweight in-memory test doubles verify contract adherence in microseconds.</a:t>
            </a:r>
          </a:p>
          <a:p/>
          <a:p>
            <a:r>
              <a:t>[TESTS/PROCESSOR_TEST.GO]</a:t>
            </a:r>
          </a:p>
          <a:p>
            <a:r>
              <a:t>- type MockGateway struct {</a:t>
            </a:r>
          </a:p>
          <a:p>
            <a:r>
              <a:t>-     ChargedMoney di.Money</a:t>
            </a:r>
          </a:p>
          <a:p>
            <a:r>
              <a:t>-     ShouldFail   bool</a:t>
            </a:r>
          </a:p>
          <a:p>
            <a:r>
              <a:t>- }</a:t>
            </a:r>
          </a:p>
          <a:p>
            <a:r>
              <a:t>- </a:t>
            </a:r>
          </a:p>
          <a:p>
            <a:r>
              <a:t>- func (m *MockGateway) Charge(money di.Money) error {</a:t>
            </a:r>
          </a:p>
          <a:p>
            <a:r>
              <a:t>-     if m.ShouldFail { return errors.New("gateway unavailable") }</a:t>
            </a:r>
          </a:p>
          <a:p>
            <a:r>
              <a:t>-     m.ChargedMoney = money</a:t>
            </a:r>
          </a:p>
          <a:p>
            <a:r>
              <a:t>-     return nil</a:t>
            </a:r>
          </a:p>
          <a:p>
            <a:r>
              <a:t>- }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Batas Integritas: Apa yang Tidak Diuji</a:t>
            </a:r>
          </a:p>
          <a:p/>
          <a:p>
            <a:r>
              <a:t>Mental Model: Unit test passing confirms logical contracts; production resiliency requires integration stress tests.</a:t>
            </a:r>
          </a:p>
          <a:p/>
          <a:p>
            <a:r>
              <a:t>[DI LUAR CAKUPAN PENGUJIAN LAB]</a:t>
            </a:r>
          </a:p>
          <a:p>
            <a:r>
              <a:t>- Ketahanan koneksi TCP/HTTP saat RealGateway menghadapi latency spike.</a:t>
            </a:r>
          </a:p>
          <a:p>
            <a:r>
              <a:t>- Penyelesaian cyclic dependency kompleks antar puluhan service.</a:t>
            </a:r>
          </a:p>
          <a:p>
            <a:r>
              <a:t>- Manajemen memori lifecycle singleton vs transient under high load.</a:t>
            </a:r>
          </a:p>
          <a:p>
            <a:r>
              <a:t>- Kecepatan eksekusi compile-time vs reflection-based DI containers.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Risiko Produksi: Constructor Bloat &amp; Over-Injection</a:t>
            </a:r>
          </a:p>
          <a:p/>
          <a:p>
            <a:r>
              <a:t>Mental Model: Constructor parameter explosion is a distress signal that the class has too many responsibilities.</a:t>
            </a:r>
          </a:p>
          <a:p/>
          <a:p>
            <a:r>
              <a:t>[]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Checklist Adopsi Dependency Injection</a:t>
            </a:r>
          </a:p>
          <a:p/>
          <a:p>
            <a:r>
              <a:t>Mental Model: Enforce explicit constructors, isolate composition roots, and keep domain logic container-free.</a:t>
            </a:r>
          </a:p>
          <a:p/>
          <a:p>
            <a:r>
              <a:t>[PANDUAN LANGKAH IMPLEMENTASI]</a:t>
            </a:r>
          </a:p>
          <a:p>
            <a:r>
              <a:t>- Deklarasikan dependensi sebagai interface minimal di dekat consumer.</a:t>
            </a:r>
          </a:p>
          <a:p>
            <a:r>
              <a:t>- Gunakan Constructor Injection sebagai mekanisme default (valid-at-birth).</a:t>
            </a:r>
          </a:p>
          <a:p>
            <a:r>
              <a:t>- Pusatkan instansiasi konkret di Composition Root (main.go).</a:t>
            </a:r>
          </a:p>
          <a:p>
            <a:r>
              <a:t>- Larang passing Container atau Service Locator ke domain logic.</a:t>
            </a:r>
          </a:p>
          <a:p>
            <a:r>
              <a:t>- Instansiasi Value Object (Money, DTO) secara langsung tanpa DI.</a:t>
            </a:r>
          </a:p>
          <a:p>
            <a:r>
              <a:t>- Pastikan semua unit test berjalan terisolasi menggunakan Test Double.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Anti-Pattern: Jebakan Umum dalam Praktik DI</a:t>
            </a:r>
          </a:p>
          <a:p/>
          <a:p>
            <a:r>
              <a:t>Mental Model: Do not invent abstractions without test or substitution pressure.</a:t>
            </a:r>
          </a:p>
          <a:p/>
          <a:p>
            <a:r>
              <a:t>[JEBAKAN ARSITEKTUR UMUM]</a:t>
            </a:r>
          </a:p>
          <a:p>
            <a:r>
              <a:t>- Framework Lock-in: Memasukkan decorator / tag framework ke domain core.</a:t>
            </a:r>
          </a:p>
          <a:p>
            <a:r>
              <a:t>- Service Locator Terselubung: Mengoper map[string]any sebagai dependency bag.</a:t>
            </a:r>
          </a:p>
          <a:p>
            <a:r>
              <a:t>- Interface Bloat: Membuat interface 1-to-1 untuk struct yang tidak pernah di-swap.</a:t>
            </a:r>
          </a:p>
          <a:p>
            <a:r>
              <a:t>- Ambient Context: Menggunakan global singleton yang dimutasi saat testing.</a:t>
            </a:r>
          </a:p>
          <a:p>
            <a:r>
              <a:t>[CARA REPRODUKSI MASALAH]</a:t>
            </a:r>
          </a:p>
          <a:p>
            <a:r>
              <a:t>- Inject mock yang mengembalikan error -&gt; verifikasi penanganan error.</a:t>
            </a:r>
          </a:p>
          <a:p>
            <a:r>
              <a:t>- Kirim amount &lt;= 0 -&gt; verifikasi gateway mock tidak menerima hit sama sekali.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Reproduksi Mandiri &amp; Command Runner</a:t>
            </a:r>
          </a:p>
          <a:p/>
          <a:p>
            <a:r>
              <a:t>Mental Model: Zero-dependency architecture enables sub-second reproducible verification.</a:t>
            </a:r>
          </a:p>
          <a:p/>
          <a:p>
            <a:r>
              <a:t>[COMMAND RUNNER MANDIRI]</a:t>
            </a:r>
          </a:p>
          <a:p>
            <a:r>
              <a:t>- cd labs/16-dependency-injection</a:t>
            </a:r>
          </a:p>
          <a:p>
            <a:r>
              <a:t>- go test -v ./...       # Menjalankan 6 test cases (mock isolation)</a:t>
            </a:r>
          </a:p>
          <a:p>
            <a:r>
              <a:t>- go test -race ./...    # Verifikasi data race pada goroutine</a:t>
            </a:r>
          </a:p>
          <a:p>
            <a:r>
              <a:t>- go run ./cmd/demo      # Menjalankan demo perbandingan kedua pola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Inti: Program to Interfaces, Not Implementations</a:t>
            </a:r>
          </a:p>
          <a:p/>
          <a:p>
            <a:r>
              <a:t>Mental Model: True inversion of control liberates domain services from infrastructure assembly.</a:t>
            </a:r>
          </a:p>
          <a:p/>
          <a:p>
            <a:r>
              <a:t>[]</a:t>
            </a:r>
          </a:p>
          <a:p>
            <a:r>
              <a:t>- : </a:t>
            </a:r>
          </a:p>
          <a:p>
            <a:r>
              <a:t>- : </a:t>
            </a:r>
          </a:p>
          <a:p>
            <a:r>
              <a:t>- : 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Pisahkan konfigurasi dari penggunaan; suntikkan kontrak, bukan container.</a:t>
            </a:r>
          </a:p>
          <a:p/>
          <a:p>
            <a:r>
              <a:t>Mental Model: Program to interfaces, wire at the composition root, and let domain logic remain pure.</a:t>
            </a:r>
          </a:p>
          <a:p/>
          <a:p>
            <a:r>
              <a:t>[MODUL REPOSITORI]</a:t>
            </a:r>
          </a:p>
          <a:p>
            <a:r>
              <a:t>- internal/di/gateway.go • internal/di/processor.go • internal/di/locator.go</a:t>
            </a:r>
          </a:p>
          <a:p>
            <a:r>
              <a:t>- cmd/demo/main.go • tests/processor_test.go</a:t>
            </a:r>
          </a:p>
          <a:p>
            <a:r>
              <a:t>- README.md • content/02-master-draft.md</a:t>
            </a:r>
          </a:p>
          <a:p>
            <a:r>
              <a:t>[VERIFIKASI &amp; STATUS]</a:t>
            </a:r>
          </a:p>
          <a:p>
            <a:r>
              <a:t>- Commit: 9dd0553 • Status: APPROVED</a:t>
            </a:r>
          </a:p>
          <a:p>
            <a:r>
              <a:t>- Test Suite: 6/6 PASS (0.00s execution per case)</a:t>
            </a:r>
          </a:p>
          <a:p>
            <a:r>
              <a:t>- Race Safety: Clean (go test -race ./...)</a:t>
            </a:r>
          </a:p>
          <a:p>
            <a:r>
              <a:t>- Batasan: Manual wiring demo; bukan evaluasi container lifecycle production.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Dependency Injection &amp; Inversion of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Memisahkan Konfigurasi dari Penggunaan: Constructor Injection vs Service Locator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97706"/>
                </a:solidFill>
              </a:defRPr>
            </a:pPr>
            <a:r>
              <a:t>Lukman / lukman-ss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Coupling Keras Merusak Testability &amp; Evolusi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Instansiasi dependensi langsung di dalam logika bisnis mengunci sistem ke infrastruktur spesifik.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Ketika komponen bisnis menginstansiasi dependensinya sendiri, kode menjadi terkunci pada infrastruktur konkret. Pengujian terisolasi menjadi mustahil dan pergantian vendor memicu refactor besar.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Hard-coded dependencies fuse business logic directly to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Mengapa Global State &amp; Manual Swap Gagal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Pendekatan naif seperti singleton global atau service locator justru menambah kerapuhan baru.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Mencoba menyelesaikan coupling dengan Service Locator atau Singleton global hanya memindahkan masalah: dependensi menjadi tersembunyi dan runtime error menggantikan compile-time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 Locator trades explicit compile-time coupling for hidden runtime lookup failures.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Pemisahan Konfigurasi dari Penggunaan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Martin Fowler: Memisahkan perakitan objek dari eksekusi bisnis lebih mendasar dibanding pilihan 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Inti DI adalah memisahkan dua siklus hidup: pembuatan grafik objek di satu composition root, dan eksekusi logika domain yang hanya berinteraksi melalui kontrak interface.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Separate construction from consumption: objects receive dependencies, never build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Alur Dependensi: Composition Root ke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Kontrak interface membalikkan kendali implementasi dari consumer ke composition root.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cmd/demo/main.go | Composition root: inisialisasi RealGateway &amp; Processor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PaymentGateway Interface | Kontrak abstrak: Charge(Money) error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Processor.ProcessPayment | Validasi domain amount &gt; 0 &amp; bungkus Money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MockGateway / RealGateway | Eksekusi jaringan nyata atau mock test terisolasi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Alur kerja DI menghubungkan composition root ke gateway melalui kontrak interface. Processor hanya tahu interface PaymentGateway, sehingga implementasi konkret dapat diganti sesuka hati.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High-level modules depend on abstractions, decoupling business rules from network adapters.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Constructor Injection: Valid at Birth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Signature konstruktor secara eksplisit menuntut dependensi kontrak yang wajib diisi.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Processor struct {</a:t>
            </a:r>
            <a:br/>
            <a:r>
              <a:t>    gateway PaymentGateway // unexported field</a:t>
            </a:r>
            <a:br/>
            <a:r>
              <a:t>}</a:t>
            </a:r>
            <a:br/>
            <a:br/>
            <a:r>
              <a:t>func NewProcessor(g PaymentGateway) *Processor {</a:t>
            </a:r>
            <a:br/>
            <a:r>
              <a:t>    return &amp;Processor{gateway: g}</a:t>
            </a:r>
            <a:br/>
            <a:r>
              <a:t>}</a:t>
            </a:r>
            <a:br/>
            <a:br/>
            <a:r>
              <a:t>func (p *Processor) ProcessPayment(amount int) error {</a:t>
            </a:r>
            <a:br/>
            <a:r>
              <a:t>    if amount &lt;= 0 { return errors.New("invalid amount") }</a:t>
            </a:r>
            <a:br/>
            <a:r>
              <a:t>    return p.gateway.Charge(Money{Amount: amount, Currency: "USD"})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Constructor Injection memastikan objek selalu berada dalam state valid sejak dibuat. Tidak ada hidden dependency, tidak ada container import, dan compile-time type safe.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Explicit constructor parameters guarantee valid object state at instantiation.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internal/di/processor.go:6-21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Failure Path: Validasi Dini Mencegah I/O Sia-sia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Pre-check input memotong eksekusi sebelum memicu panggilan jaringan infrastruktur.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Client Input: ProcessPayment(-10)</a:t>
            </a:r>
            <a:br/>
            <a:r>
              <a:t>  -&gt; Guard Clause: if amount &lt;= 0 (VALIDATION FAILURE)</a:t>
            </a:r>
            <a:br/>
            <a:r>
              <a:t>  -&gt; Return: errors.New("invalid amount")</a:t>
            </a:r>
            <a:br/>
            <a:r>
              <a:t>  -&gt; Short-Circuit: Gateway.Charge() TIDAK PERNAH DIPANGGIL</a:t>
            </a:r>
            <a:br/>
            <a:br/>
            <a:r>
              <a:t>Gateway Down: MockGateway.ShouldFail = true</a:t>
            </a:r>
            <a:br/>
            <a:r>
              <a:t>  -&gt; Input Valid: ProcessPayment(50) -&gt; Gateway.Charge(50 USD)</a:t>
            </a:r>
            <a:br/>
            <a:r>
              <a:t>  -&gt; Infrastructure Error: "gateway unavailable" dipropagasi utuh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tidak menghilangkan validasi. Guard clause domain memastikan panggilan jaringan tidak pernah dieksekusi jika input tidak valid, sementara error infrastruktur dipropagasikan secara transparan.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Domain pre-conditions protect infrastructure boundaries from invalid execution.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internal/di/processor.go:15-21 • tests/processor_test.go:47-59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Tabel Komparasi: Tiga Pola Pengelolaan Dependensi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Perbandingan mendasar antara Hard-coded, Service Locator, dan Constructor Injection.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Dimensi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Hard-Coded (new)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Service Locator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Constructor Injection</a:t>
                      </a:r>
                    </a:p>
                  </a:txBody>
                  <a:tcPr>
                    <a:solidFill>
                      <a:srgbClr val="0B1B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Visibilitas Dependensi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Terkunci internal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Opaque / Tersembunyi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Eksplisit di constructor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Validasi Compile-Time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Ya (tapi kaku)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Tidak (runtime lookup)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Ya (interface-checked)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Isolasi Unit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Sangat Sulit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Perlu Mock Container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Mudah (Mock Interface)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Kopling ke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Nol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Tinggi (Container API)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B2D"/>
                          </a:solidFill>
                        </a:defRPr>
                      </a:pPr>
                      <a:r>
                        <a:t>Nol (POPO / Standard Go)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Tabel ini memetakan trade-off ketiga pola. Constructor Injection memberikan keseimbangan terbaik: dependensi terlihat jelas di signature tanpa mengikat kode ke framework container.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Explicit interfaces beat both rigid hardcoding and opaque container lookups.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Decision Sequence: Kapan Menggunakan Pola Tertentu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Tiga keputusan arsitektural untuk menentukan strategi instansiasi objek.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Jangan perlakukan semua objek sama. Service dengan I/O eksternal membutuhkan Constructor Injection, sedangkan value object murni harus diinstansiasi langsung tanpa perantara.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Inject infrastructure boundaries; instantiate domain value objects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 • internal/di/gateway.go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Bukti Eksekusi: Demo Wiring &amp; Test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Verifikasi runtime membuktikan kedua pola bekerja fungsional, namun dengan ergonomi berbeda.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$ go run ./cmd/demo</a:t>
            </a:r>
            <a:br/>
            <a:r>
              <a:t>--- Running Constructor Injection ---</a:t>
            </a:r>
            <a:br/>
            <a:r>
              <a:t>RealGateway charging 100 USD</a:t>
            </a:r>
            <a:br/>
            <a:r>
              <a:t>--- Running Service Locator ---</a:t>
            </a:r>
            <a:br/>
            <a:r>
              <a:t>RealGateway charging 200 USD</a:t>
            </a:r>
            <a:br/>
            <a:br/>
            <a:r>
              <a:t>$ go test -v -count=1 ./...</a:t>
            </a:r>
            <a:br/>
            <a:r>
              <a:t>PASS: TestProcessor_Success (0.00s) | TestProcessor_GatewayError (0.00s)</a:t>
            </a:r>
            <a:br/>
            <a:r>
              <a:t>PASS: TestProcessor_InvalidAmount (0.00s) | TestBadProcessor_Success (0.00s)</a:t>
            </a:r>
            <a:br/>
            <a:r>
              <a:t>ok   lab16/tests   0.387s (all 6 tests PASS, race-clean)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Output demo dan test suite membuktikan kedua pola berfungsi, namun Constructor Injection mencapai hasil yang sama dengan nol dependensi terhadap container.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Both patterns execute identically, but constructor injection eliminates runtime container friction.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cmd/demo/main.go • engineering/03-execution-result.md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Analisis Batasan Bukti: Fakta vs Ekstrapolasi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Memisahkan temuan empiris laboratorium dari asumsi industri yang belum teruji di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YANG DIBUKTIKAN LAB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Mock injection mengisolasi test tanpa network call (0.00s).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Constructor injection menjamin valid-at-birth compile-time.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Guard clause mencegah pemanggilan gateway saat input invalid.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Value object (Money) dapat dipakai langsung tanpa DI.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YANG TIDAK DIBUKTIKAN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Lifecycle container (singleton vs scoped vs transient).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Performa overhead auto-wiring framework (wire / dig).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Klaim penurunan defect rate sistem production secara empiris.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Batas 12 parameter constructor (hanya heuristik lab).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Lab membuktikan isolasi test dan pemisahan perakitan, tetapi tidak membuktikan siklus hidup scoped/transient container maupun metrik penurunan bug di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Scope claims strictly to verified test doubles; do not extrapolate lifecycle benchmarks.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engineering/02-implementation-notes.md • content/01-content-brief.md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Trade-off Arsitektur: Eksplisit vs Fleksibilitas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Constructor injection mengorbankan keringkasan kode awal demi transparansi dan keandalan.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KEUNTUNGAN (CONSTRUCTOR DI)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Transparansi total: semua kebutuhan terlihat di signature.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Immutabilitas: dependensi disetel saat inisialisasi dan unexported.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Compile-time safety: compiler Go menolak jika dependensi kurang.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KONSEKUENSI / BIAYA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Boilerplate konstruktor bertambah di composition root (main.go).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Perubahan dependensi memerlukan modifikasi signature konstruktor.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Tracing alur kode memerlukan navigasi manual tanpa magic wiring.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Constructor Injection tidak gratis: ia menambah boilerplate di entry point. Namun biaya ini sebanding dengan jaminan type-safety dan kemudahan pembacaan dependensi.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Pay upfront boilerplate in main.go to buy absolute clarity and testability across domain services.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Pipeline Validasi &amp; Keamanan Konkurensi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Struct immutable dan stateless service memastikan eksekusi aman di multi-goroutine.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Goroutine Client Request -&gt; NewProcessor(mock)</a:t>
            </a:r>
            <a:br/>
            <a:r>
              <a:t>  -&gt; ProcessPayment(amount) [Stateless Validation]</a:t>
            </a:r>
            <a:br/>
            <a:r>
              <a:t>  -&gt; if amount &lt;= 0 -&gt; Instant Error (No I/O)</a:t>
            </a:r>
            <a:br/>
            <a:r>
              <a:t>  -&gt; Value Object: Money{Amount, USD} [Immutable, Stack-allocated]</a:t>
            </a:r>
            <a:br/>
            <a:r>
              <a:t>  -&gt; Gateway.Charge(Money) [Thread-Safe Interface Call]</a:t>
            </a:r>
            <a:br/>
            <a:r>
              <a:t>Race Detector Verification: go test -race ./... -&gt; 0 warnings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Dengan menginjeksi interface stateless dan memakai value object immutable, Processor bebas dari race condition saat diakses oleh banyak goroutine secara bersamaan.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Immutable dependencies and stack-allocated value objects yield natural thread safety.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Sebelum vs Sesudah Constructor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Transformasi dari tight coupling ke decoupled architecture berbasis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SEBELUM: SERVICE LOCATOR / TIGHT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memanggil new RealGateway() atau container.Get().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unit wajib menjalankan server mock HTTP atau mock container.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Signature NewBadProcessor(Container) menyembunyikan kebutuhan 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Missing dependency meledak di runtime saat method dipanggil.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SESUDAH: CONSTRUCTOR INJECTION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Processor hanya bergantung pada interface PaymentGateway.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Test unit menyuntikkan MockGateway in-memory tanpa network (0.00s).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Signature NewProcessor(PaymentGateway) eksplisit dan terverifikasi.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Missing dependency gagal di compile-time jika argumen kosong.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Sebelumnya, dependensi tersembunyi dan runtime error mengintai. Sesudahnya, interface membuat kontrak jelas dan compiler menjamin kelengkapan parameter sejak awal.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Shift dependency discovery from hidden runtime lookups to strict compile-time contracts.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 • internal/di/processor.go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Bedah Anatomi: Service Locator Anti-Pattern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Mengapa menyuntikkan Container ke kelas domain dianggap buruk oleh standar PSR-11 &amp; Fowler.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BadProcessor struct {</a:t>
            </a:r>
            <a:br/>
            <a:r>
              <a:t>    container Container // Anti-Pattern: Mengikat ke container API</a:t>
            </a:r>
            <a:br/>
            <a:r>
              <a:t>}</a:t>
            </a:r>
            <a:br/>
            <a:br/>
            <a:r>
              <a:t>func (p *BadProcessor) ProcessPayment(amount int) error {</a:t>
            </a:r>
            <a:br/>
            <a:r>
              <a:t>    // Opaque lookup: pembaca kode tidak tahu dependensi asli</a:t>
            </a:r>
            <a:br/>
            <a:r>
              <a:t>    return p.container.GetPaymentGateway().Charge(m)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Service Locator tampak fleksibel, tetapi ia mengikat kelas bisnis ke API kontainer dan menyembunyikan dependensi sebenarnya dari siapapun yang membaca signature kelas.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Container injection pollutes domain logic with infrastructure orchestration concerns.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internal/di/locator.go:10-25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Value Objects Tidak Boleh Menggunakan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Membedakan service berinfrastruktur dari struktur data murni tanpa side-effect.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DI dicadangkan untuk service yang berinteraksi dengan infrastruktur eksternal. Struktur data murni seperti Money cukup dibuat langsung tanpa melibatkan container.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Inject behavior; instantiate state.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internal/di/gateway.go:5-9 • internal/di/processor.go:19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Strategi Mocking: Pengujian Cepat &amp; Terisolasi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Test double menguji interaksi kontrak tanpa memerlukan infrastruktur pihak ketiga.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type MockGateway struct {</a:t>
            </a:r>
            <a:br/>
            <a:r>
              <a:t>    ChargedMoney di.Money</a:t>
            </a:r>
            <a:br/>
            <a:r>
              <a:t>    ShouldFail   bool</a:t>
            </a:r>
            <a:br/>
            <a:r>
              <a:t>}</a:t>
            </a:r>
            <a:br/>
            <a:br/>
            <a:r>
              <a:t>func (m *MockGateway) Charge(money di.Money) error {</a:t>
            </a:r>
            <a:br/>
            <a:r>
              <a:t>    if m.ShouldFail { return errors.New("gateway unavailable") }</a:t>
            </a:r>
            <a:br/>
            <a:r>
              <a:t>    m.ChargedMoney = money</a:t>
            </a:r>
            <a:br/>
            <a:r>
              <a:t>    return nil</a:t>
            </a:r>
            <a:br/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Dengan menginjeksi mock sederhana di unit test, kita dapat memverifikasi payload transaksi dan simulasi error tanpa menyentuh jaringan sama sekali.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Lightweight in-memory test doubles verify contract adherence in microseconds.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tests/processor_test.go:10-22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Batas Integritas: Apa yang Tidak Diuji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Keberhasilan test suite unit tidak menjamin kesiapan performa di skala produksi.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DI LUAR CAKUPAN PENGUJIAN LAB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Ketahanan koneksi TCP/HTTP saat RealGateway menghadapi latency spike.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Penyelesaian cyclic dependency kompleks antar puluhan service.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Manajemen memori lifecycle singleton vs transient under high load.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Kecepatan eksekusi compile-time vs reflection-based DI containers.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Suite test memverifikasi isolasi logika unit dan propagasi error. Pengujian ini tidak membuktikan ketahanan jaringan produksi atau manajemen memori container skala besar.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Unit test passing confirms logical contracts; production resiliency requires integration stress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engineering-audit/05-gaps.md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Risiko Produksi: Constructor Bloat &amp; Over-Injection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Banyaknya dependensi di konstruktor adalah 'code smell' pelanggaran Single Responsibility.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Jika konstruktor Anda membutuhkan belasan parameter, jangan cari framework auto-wiring untuk menyembunyikannya. Pecah kelas tersebut karena ia melanggar Single Responsibility Principle.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Constructor parameter explosion is a distress signal that the class has too many responsibilities.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Checklist Adopsi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Panduan langkah demi langkah menerapkan DI yang bersih pada repositori tim.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PANDUAN LANGKAH IMPLEMENTASI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Deklarasikan dependensi sebagai interface minimal di dekat consumer.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Gunakan Constructor Injection sebagai mekanisme default (valid-at-birth).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Pusatkan instansiasi konkret di Composition Root (main.go).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Larang passing Container atau Service Locator ke domain logic.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Instansiasi Value Object (Money, DTO) secara langsung tanpa DI.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Pastikan semua unit test berjalan terisolasi menggunakan Test Double.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Checklist ini menjadi panduan praktis untuk memastikan arsitektur DI tetap bersih, mudah diuji, dan bebas dari jebakan container lock-in.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Enforce explicit constructors, isolate composition roots, and keep domain logic container-free.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 • 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Anti-Pattern: Jebakan Umum dalam Praktik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Pola keliru yang sering muncul saat tim mencoba menerapkan Inversion of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  <a:r>
              <a:t>JEBAKAN ARSITEKTUR UMUM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Framework Lock-in: Memasukkan decorator / tag framework ke domain core.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Service Locator Terselubung: Mengoper map[string]any sebagai dependency bag.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Interface Bloat: Membuat interface 1-to-1 untuk struct yang tidak pernah di-swap.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Ambient Context: Menggunakan global singleton yang dimutasi saat testing.</a:t>
            </a:r>
          </a:p>
          <a:p>
            <a:pPr>
              <a:defRPr sz="1200" b="1">
                <a:solidFill>
                  <a:srgbClr val="087F76"/>
                </a:solidFill>
              </a:defRPr>
            </a:pPr>
            <a:r>
              <a:t>CARA REPRODUKSI MASALAH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Inject mock yang mengembalikan error -&gt; verifikasi penanganan error.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Kirim amount &lt;= 0 -&gt; verifikasi gateway mock tidak menerima hit sama sekali.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Hindari mengotori logika domain dengan API framework. Gunakan interface Go yang idiomatis di sisi konsumen dan jangan membuat abstraksi prematur untuk objek yang tidak perlu di-mock.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Do not invent abstractions without test or substitution 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content/02-master-draft.md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Reproduksi Mandiri &amp; Command Runner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Verifikasi seluruh konsep di mesin lokal menggunakan Go standard library.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383280"/>
          </a:xfrm>
          <a:prstGeom prst="round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E2E8F0"/>
                </a:solidFill>
                <a:latin typeface="Courier New"/>
              </a:defRPr>
            </a:pPr>
            <a:r>
              <a:t>cd labs/16-dependency-injection</a:t>
            </a:r>
            <a:br/>
            <a:r>
              <a:t>go test -v ./...       # Menjalankan 6 test cases (mock isolation)</a:t>
            </a:r>
            <a:br/>
            <a:r>
              <a:t>go test -race ./...    # Verifikasi data race pada goroutine</a:t>
            </a:r>
            <a:br/>
            <a:r>
              <a:t>go run ./cmd/demo      # Menjalankan demo perbandingan kedua pola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Eksperimen ini zero-external-dependency dan dapat direproduksi dalam waktu kurang dari satu detik pada mesin lokal manapun.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Zero-dependency architecture enables sub-second reproducible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README.md • go.mod • tests/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B2D"/>
                </a:solidFill>
              </a:defRPr>
            </a:pPr>
            <a:r>
              <a:t>Prinsip Inti: Program to Interfaces, Not Implementations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2606B"/>
                </a:solidFill>
              </a:defRPr>
            </a:pPr>
            <a:r>
              <a:t>Arsitektur yang tangguh dibangun di atas batas kontrak yang jelas dan modular.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76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  <a:p>
            <a:pPr>
              <a:spcAft>
                <a:spcPts val="400"/>
              </a:spcAft>
              <a:defRPr sz="1200">
                <a:solidFill>
                  <a:srgbClr val="0B1B2D"/>
                </a:solidFill>
              </a:defRPr>
            </a:pPr>
            <a:r>
              <a:t>• :  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303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300">
                <a:solidFill>
                  <a:srgbClr val="0B1B2D"/>
                </a:solidFill>
              </a:defRPr>
            </a:pPr>
            <a:r>
              <a:t>Prinsip sejati DI bukan tentang framework atau anotasi canggih, melainkan tentang memisahkan concern: biarkan composition root merakit, dan biarkan modul domain mengeksekusi.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728655" cy="5943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True inversion of control liberates domain services from infrastructure assembly.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2606B"/>
                </a:solidFill>
              </a:defRPr>
            </a:pPr>
            <a:r>
              <a:t>content/05-key-takeaways.md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63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Pisahkan konfigurasi dari penggunaan; suntikkan kontrak, bukan container.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Program to interfaces, wire at the composition root, and let domain logic remain pure.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Software Engineering Lab 16 - Dependency Injection &amp; Inversion of Control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https://github.com/lukman-ss/software-engineering-lab/tree/main/labs/16-dependency-injection</a:t>
            </a:r>
          </a:p>
          <a:p>
            <a:br/>
            <a:pPr>
              <a:defRPr sz="1100" b="1">
                <a:solidFill>
                  <a:srgbClr val="20C997"/>
                </a:solidFill>
              </a:defRPr>
            </a:pPr>
            <a:r>
              <a:t>REPOSITORY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github.com/lukman-ss/software-engineering-lab/tree/main/labs/16-dependency-injection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37744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Lukman / lukman-ss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Sumber: commit 9dd0553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Test passing dan diverifikasi (Race-Clean Go 1.22).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Simulasi in-memory Store; membuktikan reduksi O(N) ke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Dependency Injection • IoC • Go • Software Architecture • Clean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09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