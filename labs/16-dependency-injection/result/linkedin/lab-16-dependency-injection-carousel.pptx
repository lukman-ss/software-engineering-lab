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Dependency Injection &amp; Inversion of Control</a:t>
            </a:r>
          </a:p>
          <a:p/>
          <a:p>
            <a:r>
              <a:t>Mental Model: Externalize object creation to achieve separation of configuration from use.</a:t>
            </a:r>
          </a:p>
          <a:p/>
          <a:p>
            <a:r>
              <a:t>[]</a:t>
            </a:r>
          </a:p>
          <a:p>
            <a:r>
              <a:t>- Constructor Injection vs Service Locator Anti-Pattern in Go</a:t>
            </a:r>
          </a:p>
          <a:p>
            <a:r>
              <a:t>- Payment Gateway Dependency Separation with Manual Wiring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Hard-Coded Dependencies Mengunci Logika Bisnis pada Infrastruktur</a:t>
            </a:r>
          </a:p>
          <a:p/>
          <a:p>
            <a:r>
              <a:t>Mental Model: Hard-coded dependencies couple business logic to infrastructure, breaking testability and evolvability.</a:t>
            </a:r>
          </a:p>
          <a:p/>
          <a:p>
            <a:r>
              <a:t>[DAMPAK TIGHT COUPLING]</a:t>
            </a:r>
          </a:p>
          <a:p>
            <a:r>
              <a:t>- Pengujian Lambat: Setiap test memerlukan setup jaringan, database, atau payment provider riil yang flaky.</a:t>
            </a:r>
          </a:p>
          <a:p>
            <a:r>
              <a:t>- Vendor Lock-in: Pergantian payment gateway memaksa edit banyak kelas yang bergantung pada implementasi konkret.</a:t>
            </a:r>
          </a:p>
          <a:p>
            <a:r>
              <a:t>- Bukan Berarti Malas: Tim aktif menulis kode, tetapi bukan berarti produktif jika setiap perubahan memicu domino refactoring.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Code Review Manual Tidak Menangkap Dependensi Tersembunyi</a:t>
            </a:r>
          </a:p>
          <a:p/>
          <a:p>
            <a:r>
              <a:t>Mental Model: Manual review cannot systematically enforce dependency separation across a large codebase.</a:t>
            </a:r>
          </a:p>
          <a:p/>
          <a:p>
            <a:r>
              <a:t>[KEGAGALAN APPROACH NAIF]</a:t>
            </a:r>
          </a:p>
          <a:p>
            <a:r>
              <a:t>- Tidak Lengkap: Reviewer mungkin melewatkan instantiate baru di dalam method ketika fokus pada alur utama.</a:t>
            </a:r>
          </a:p>
          <a:p>
            <a:r>
              <a:t>- Tidak Otomatis: Manual review tidak dapat memverifikasi bahwa semua dependensi telah dipisahkan ke constructor.</a:t>
            </a:r>
          </a:p>
          <a:p>
            <a:r>
              <a:t>- Skala Buruk: Pada codebase besar, jejak dependensi tersebar di banyak file; bukan berarti review manual cukup.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Separation of Configuration from Use</a:t>
            </a:r>
          </a:p>
          <a:p/>
          <a:p>
            <a:r>
              <a:t>Mental Model: Separate configuration (composition root) from use (business logic) to achieve loose coupling.</a:t>
            </a:r>
          </a:p>
          <a:p/>
          <a:p>
            <a:r>
              <a:t>[DUA FASE DALAM SISTEM]</a:t>
            </a:r>
          </a:p>
          <a:p>
            <a:r>
              <a:t>- 1. Konfigurasi (Composition Root): Instansiasi implementasi konkret dan penyuntikan ke dalam constructor (main.go).</a:t>
            </a:r>
          </a:p>
          <a:p>
            <a:r>
              <a:t>- 2. Penggunaan (Business Logic): Kelas menerima dependensi melalui parameter constructor; tidak mengetahui implementasi konkret.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Alur Kerja Dependency Injection Manual</a:t>
            </a:r>
          </a:p>
          <a:p/>
          <a:p>
            <a:r>
              <a:t>Mental Model: Manual wiring sequence: instantiate → inject → validate → delegate → propagate error.</a:t>
            </a:r>
          </a:p>
          <a:p/>
          <a:p>
            <a:r>
              <a:t>[TAHAPAN EKSEKUSI PAYMENT PROCESSOR]</a:t>
            </a:r>
          </a:p>
          <a:p>
            <a:r>
              <a:t>- 1. Composition Root (main.go): Membuat realGateway := &amp;di.RealGateway{}.</a:t>
            </a:r>
          </a:p>
          <a:p>
            <a:r>
              <a:t>- 2. Constructor Injection (NewProcessor): processor := di.NewProcessor(realGateway); gateway tersimpan sebagai field unexported.</a:t>
            </a:r>
          </a:p>
          <a:p>
            <a:r>
              <a:t>- 3. Validasi Input (ProcessPayment): Periksa amount &lt;= 0; kembalikan error jika invalid.</a:t>
            </a:r>
          </a:p>
          <a:p>
            <a:r>
              <a:t>- 4. Delegasi (gateway.Charge): Buat Money value object dan panggil gateway.Charge(m).</a:t>
            </a:r>
          </a:p>
          <a:p>
            <a:r>
              <a:t>- 5. Propagasi Error (Error Return): Error dari gateway dipropagasikan ke caller tanpa ditelan.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Constructor Injection: NewProcessor Menerima Interface</a:t>
            </a:r>
          </a:p>
          <a:p/>
          <a:p>
            <a:r>
              <a:t>Mental Model: Inject dependencies via constructor parameters to enforce immutability and explicit contracts.</a:t>
            </a:r>
          </a:p>
          <a:p/>
          <a:p>
            <a:r>
              <a:t>[internal/di/processor.go]</a:t>
            </a:r>
          </a:p>
          <a:p>
            <a:r>
              <a:t>- type Processor struct {</a:t>
            </a:r>
          </a:p>
          <a:p>
            <a:r>
              <a:t>-     gateway PaymentGateway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NewProcessor(g PaymentGateway) *Processor {</a:t>
            </a:r>
          </a:p>
          <a:p>
            <a:r>
              <a:t>-     return &amp;Processor{gateway: g}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(p *Processor) ProcessPayment(amount int) error {</a:t>
            </a:r>
          </a:p>
          <a:p>
            <a:r>
              <a:t>-     if amount &lt;= 0 {</a:t>
            </a:r>
          </a:p>
          <a:p>
            <a:r>
              <a:t>-         return errors.New("invalid amount")</a:t>
            </a:r>
          </a:p>
          <a:p>
            <a:r>
              <a:t>-     }</a:t>
            </a:r>
          </a:p>
          <a:p>
            <a:r>
              <a:t>-     m := Money{Amount: amount, Currency: "USD"}</a:t>
            </a:r>
          </a:p>
          <a:p>
            <a:r>
              <a:t>-     return p.gateway.Charge(m)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Service Locator Menyembunyikan Dependensi Sesungguhnya</a:t>
            </a:r>
          </a:p>
          <a:p/>
          <a:p>
            <a:r>
              <a:t>Mental Model: Service Locator obscures dependencies, complicating testing and reducing code transparency.</a:t>
            </a:r>
          </a:p>
          <a:p/>
          <a:p>
            <a:r>
              <a:t>[SKENARIO KEGAGALAN LOKATOR]</a:t>
            </a:r>
          </a:p>
          <a:p>
            <a:r>
              <a:t>- Dependensi Tersembunyi: Constructor hanya menerima Container; developer tidak tahu method butuh PaymentGateway.</a:t>
            </a:r>
          </a:p>
          <a:p>
            <a:r>
              <a:t>- Pencarian Dinamis: ProcessPayment memanggil p.container.GetPaymentGateway() saat runtime, menambah indirection.</a:t>
            </a:r>
          </a:p>
          <a:p>
            <a:r>
              <a:t>- Pengujian Ribet: Test harus membuat MockContainer yang mengembalikan MockGateway, bukan MockGateway langsung.</a:t>
            </a:r>
          </a:p>
          <a:p>
            <a:r>
              <a:t>- Bukan Berarti Lebih Baik: Service Locator bukan berarti anti-pattern mutlak; PSR-11 menggunakan SHOULD NOT, bukan MUST NOT.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Kontras Constructor Injection vs Service Locator</a:t>
            </a:r>
          </a:p>
          <a:p/>
          <a:p>
            <a:r>
              <a:t>Mental Model: Compare injection mechanisms along axes of visibility, testability, and industry acceptance.</a:t>
            </a:r>
          </a:p>
          <a:p/>
          <a:p>
            <a:r>
              <a:t>[ASPEK VS KONSTRUKTOR INJECTION VS SERVICE LOCATOR]</a:t>
            </a:r>
          </a:p>
          <a:p>
            <a:r>
              <a:t>- Aspek | Constructor Injection | Service Locator</a:t>
            </a:r>
          </a:p>
          <a:p>
            <a:r>
              <a:t>- Dependensi | Eksplisit di constructor | Tersembunyi di container</a:t>
            </a:r>
          </a:p>
          <a:p>
            <a:r>
              <a:t>- Mocking | Langsung inject mock | Harus mock container + get()</a:t>
            </a:r>
          </a:p>
          <a:p>
            <a:r>
              <a:t>- Kekekalan | Field immutable setelah konstruksi | Bisa berubah jika container berubah</a:t>
            </a:r>
          </a:p>
          <a:p>
            <a:r>
              <a:t>- Kompleksitas | Mudah dipahami | Menambah indirection layer</a:t>
            </a:r>
          </a:p>
          <a:p>
            <a:r>
              <a:t>- Standar Industri | Diproleh sebagai best practice | Disebabkan sebagai anti-pattern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Keputusan Desain DI pada Lab Ini</a:t>
            </a:r>
          </a:p>
          <a:p/>
          <a:p>
            <a:r>
              <a:t>Mental Model: Choose constructor injection for explicit dependencies, avoid service locator in domain code, instantiate value objects directly.</a:t>
            </a:r>
          </a:p>
          <a:p/>
          <a:p>
            <a:r>
              <a:t>[KEPUTUSAN PENTING]</a:t>
            </a:r>
          </a:p>
          <a:p>
            <a:r>
              <a:t>- Pilih Constructor Injection: Default modern; menjamin valid state sejak objek lahir dan dependensi eksplisit.</a:t>
            </a:r>
          </a:p>
          <a:p>
            <a:r>
              <a:t>- Hindari Service Locator di Domain: Container hanya digunakan di composition root; tidak disuntikkan ke service.</a:t>
            </a:r>
          </a:p>
          <a:p>
            <a:r>
              <a:t>- Gunakan Value Object Langsung: Money diinstansiasi langsung karena tidak memiliki dependensi infrastruktur.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6 Test Case Lolos dengan Race Detector</a:t>
            </a:r>
          </a:p>
          <a:p/>
          <a:p>
            <a:r>
              <a:t>Mental Model: Executable test suite proves isolation, error handling, and input validation without external infrastructure.</a:t>
            </a:r>
          </a:p>
          <a:p/>
          <a:p>
            <a:r>
              <a:t>[TERMINAL OUTPUT: go test -v -race ./...]</a:t>
            </a:r>
          </a:p>
          <a:p>
            <a:r>
              <a:t>- === RUN   TestProcessor_Success</a:t>
            </a:r>
          </a:p>
          <a:p>
            <a:r>
              <a:t>- --- PASS: TestProcessor_Success (0.00s)</a:t>
            </a:r>
          </a:p>
          <a:p>
            <a:r>
              <a:t>- === RUN   TestProcessor_GatewayError</a:t>
            </a:r>
          </a:p>
          <a:p>
            <a:r>
              <a:t>- --- PASS: TestProcessor_GatewayError (0.00s)</a:t>
            </a:r>
          </a:p>
          <a:p>
            <a:r>
              <a:t>- === RUN   TestProcessor_InvalidAmount</a:t>
            </a:r>
          </a:p>
          <a:p>
            <a:r>
              <a:t>- --- PASS: TestProcessor_InvalidAmount (0.00s)</a:t>
            </a:r>
          </a:p>
          <a:p>
            <a:r>
              <a:t>- === RUN   TestBadProcessor_Success</a:t>
            </a:r>
          </a:p>
          <a:p>
            <a:r>
              <a:t>- --- PASS: TestBadProcessor_Success (0.00s)</a:t>
            </a:r>
          </a:p>
          <a:p>
            <a:r>
              <a:t>- === RUN   TestBadProcessor_GatewayError</a:t>
            </a:r>
          </a:p>
          <a:p>
            <a:r>
              <a:t>- --- PASS: TestBadProcessor_GatewayError (0.00s)</a:t>
            </a:r>
          </a:p>
          <a:p>
            <a:r>
              <a:t>- === RUN   TestBadProcessor_InvalidAmount</a:t>
            </a:r>
          </a:p>
          <a:p>
            <a:r>
              <a:t>- --- PASS: TestBadProcessor_InvalidAmount (0.00s)</a:t>
            </a:r>
          </a:p>
          <a:p>
            <a:r>
              <a:t>- PASS</a:t>
            </a:r>
          </a:p>
          <a:p>
            <a:r>
              <a:t>- ok      lab16/tests   (cached)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Batasan Bukti Lab: Yang Dibuktikan vs Belum</a:t>
            </a:r>
          </a:p>
          <a:p/>
          <a:p>
            <a:r>
              <a:t>Mental Model: Strictly separate proven unit-test behavior from unproven production-scale claims.</a:t>
            </a:r>
          </a:p>
          <a:p/>
          <a:p>
            <a:r>
              <a:t>[BATAS PEMBUKTIAN SISTEM]</a:t>
            </a:r>
          </a:p>
          <a:p>
            <a:r>
              <a:t>- YANG DIBUKTIKAN: Isolasi mock, propagation error, validasi input, race safety pada 6 test case.</a:t>
            </a:r>
          </a:p>
          <a:p>
            <a:r>
              <a:t>- YANG TIDAK DIBUKTIKAN: Lifecycle management (singleton/scoped/transient), performance overhead container, pengurangan defect rate.</a:t>
            </a:r>
          </a:p>
          <a:p>
            <a:r>
              <a:t>- BATAS KLAIM EMPIRIS: Tidak ada data kuantitatif tentang kecepatan pengujian atau stabilitas sistem setelah penerapan DI.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Trade-off Penerapan DI Manual vs Framework</a:t>
            </a:r>
          </a:p>
          <a:p/>
          <a:p>
            <a:r>
              <a:t>Mental Model: DI manual wiring trades boilerplate for type safety and zero external dependencies.</a:t>
            </a:r>
          </a:p>
          <a:p/>
          <a:p>
            <a:r>
              <a:t>[KOMPROMI REKAYASA DI]</a:t>
            </a:r>
          </a:p>
          <a:p>
            <a:r>
              <a:t>- Boilerplate vs Convenience: Manual wiring memerlukan kode extra di main.go; framework mengurangi boilerplate tetapi menambah kompleksitas.</a:t>
            </a:r>
          </a:p>
          <a:p>
            <a:r>
              <a:t>- Type Safety vs Flexibilitas: Constructor injection enforced pada compile time; reflection-based framework lebih fleksibel tetapi kurang aman.</a:t>
            </a:r>
          </a:p>
          <a:p>
            <a:r>
              <a:t>- Tidak Otomatis_scalable: Pada object graph sangat besar, manual wiring menjadi sulit dikelola; bukan berarti DI framework selalu diperlukan.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Race Safety pada Implementasi DI</a:t>
            </a:r>
          </a:p>
          <a:p/>
          <a:p>
            <a:r>
              <a:t>Mental Model: Dependency injection promotes stateless, testable components that naturally avoid race conditions.</a:t>
            </a:r>
          </a:p>
          <a:p/>
          <a:p>
            <a:r>
              <a:t>[tests/processor_test.go]</a:t>
            </a:r>
          </a:p>
          <a:p>
            <a:r>
              <a:t>- func TestProcessor_Success(t *testing.T) {</a:t>
            </a:r>
          </a:p>
          <a:p>
            <a:r>
              <a:t>-     mock := &amp;MockGateway{}</a:t>
            </a:r>
          </a:p>
          <a:p>
            <a:r>
              <a:t>-     proc := di.NewProcessor(mock)</a:t>
            </a:r>
          </a:p>
          <a:p>
            <a:r>
              <a:t>-     err := proc.ProcessPayment(50)</a:t>
            </a:r>
          </a:p>
          <a:p>
            <a:r>
              <a:t>-     if err != nil {</a:t>
            </a:r>
          </a:p>
          <a:p>
            <a:r>
              <a:t>-         t.Fatalf("expected nil error, got %v", err)</a:t>
            </a:r>
          </a:p>
          <a:p>
            <a:r>
              <a:t>-     }</a:t>
            </a:r>
          </a:p>
          <a:p>
            <a:r>
              <a:t>-     // Race detector passes; no shared mutable state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Transformasi: Dari Hard-Coded ke Constructor Injection</a:t>
            </a:r>
          </a:p>
          <a:p/>
          <a:p>
            <a:r>
              <a:t>Mental Model: Replace internal instantiation with external injection to achieve loose coupling.</a:t>
            </a:r>
          </a:p>
          <a:p/>
          <a:p>
            <a:r>
              <a:t>[SEBELUM (TIGHT COUPLING) VS SESUDAH (DI)]</a:t>
            </a:r>
          </a:p>
          <a:p>
            <a:r>
              <a:t>- Sebelum: Hard-Coded: Processor baru RealGateway di dalam method; tidak bisa di-mock tanpa mengubah kode sumber.</a:t>
            </a:r>
          </a:p>
          <a:p>
            <a:r>
              <a:t>- Sesudah: DI Manual: NewProcessor menerima PaymentGateway; mock disuntikkan langsung pada test.</a:t>
            </a:r>
          </a:p>
          <a:p>
            <a:r>
              <a:t>- Bukan Berarti Sempurna: DI bukan solusi ajaib; tetap perlu disiplin composition root dan避免 over-injection.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Interface PaymentGateway: Kontrak Tunggal</a:t>
            </a:r>
          </a:p>
          <a:p/>
          <a:p>
            <a:r>
              <a:t>Mental Model: Define minimal interfaces that capture the required behavior without exposing implementation details.</a:t>
            </a:r>
          </a:p>
          <a:p/>
          <a:p>
            <a:r>
              <a:t>[internal/di/gateway.go]</a:t>
            </a:r>
          </a:p>
          <a:p>
            <a:r>
              <a:t>- type Money struct {</a:t>
            </a:r>
          </a:p>
          <a:p>
            <a:r>
              <a:t>-     Amount   int</a:t>
            </a:r>
          </a:p>
          <a:p>
            <a:r>
              <a:t>-     Currency string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type PaymentGateway interface {</a:t>
            </a:r>
          </a:p>
          <a:p>
            <a:r>
              <a:t>-     Charge(m Money) error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Money: Value Object yang Diinstansiasi Langsung</a:t>
            </a:r>
          </a:p>
          <a:p/>
          <a:p>
            <a:r>
              <a:t>Mental Model: Instantiate value objects directly; reserve DI for services that depend on external infrastructure.</a:t>
            </a:r>
          </a:p>
          <a:p/>
          <a:p>
            <a:r>
              <a:t>[internal/di/processor.go]</a:t>
            </a:r>
          </a:p>
          <a:p>
            <a:r>
              <a:t>- func (p *Processor) ProcessPayment(amount int) error {</a:t>
            </a:r>
          </a:p>
          <a:p>
            <a:r>
              <a:t>-     if amount &lt;= 0 {</a:t>
            </a:r>
          </a:p>
          <a:p>
            <a:r>
              <a:t>-         return errors.New("invalid amount")</a:t>
            </a:r>
          </a:p>
          <a:p>
            <a:r>
              <a:t>-     }</a:t>
            </a:r>
          </a:p>
          <a:p>
            <a:r>
              <a:t>-     m := Money{Amount: amount, Currency: "USD"}</a:t>
            </a:r>
          </a:p>
          <a:p>
            <a:r>
              <a:t>-     return p.gateway.Charge(m)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MockGateway: Test Double untuk Isolasi Pengujian</a:t>
            </a:r>
          </a:p>
          <a:p/>
          <a:p>
            <a:r>
              <a:t>Mental Model: Use mock doubles to isolate unit tests from external side effects.</a:t>
            </a:r>
          </a:p>
          <a:p/>
          <a:p>
            <a:r>
              <a:t>[tests/processor_test.go]</a:t>
            </a:r>
          </a:p>
          <a:p>
            <a:r>
              <a:t>- type MockGateway struct {</a:t>
            </a:r>
          </a:p>
          <a:p>
            <a:r>
              <a:t>-     ChargedMoney di.Money</a:t>
            </a:r>
          </a:p>
          <a:p>
            <a:r>
              <a:t>-     ShouldFail   bool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(m *MockGateway) Charge(money di.Money) error {</a:t>
            </a:r>
          </a:p>
          <a:p>
            <a:r>
              <a:t>-     if m.ShouldFail {</a:t>
            </a:r>
          </a:p>
          <a:p>
            <a:r>
              <a:t>-         return errors.New("gateway unavailable")</a:t>
            </a:r>
          </a:p>
          <a:p>
            <a:r>
              <a:t>-     }</a:t>
            </a:r>
          </a:p>
          <a:p>
            <a:r>
              <a:t>-     m.ChargedMoney = money</a:t>
            </a:r>
          </a:p>
          <a:p>
            <a:r>
              <a:t>-     return nil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Composition Root: main.go sebagai Titik Penyambungan</a:t>
            </a:r>
          </a:p>
          <a:p/>
          <a:p>
            <a:r>
              <a:t>Mental Model: Centralize concrete instantiation in a single composition root to maintain separation of concerns.</a:t>
            </a:r>
          </a:p>
          <a:p/>
          <a:p>
            <a:r>
              <a:t>[cmd/demo/main.go]</a:t>
            </a:r>
          </a:p>
          <a:p>
            <a:r>
              <a:t>- func main() {</a:t>
            </a:r>
          </a:p>
          <a:p>
            <a:r>
              <a:t>-     realGateway := &amp;di.RealGateway{}</a:t>
            </a:r>
          </a:p>
          <a:p>
            <a:r>
              <a:t>-     processor := di.NewProcessor(realGateway)</a:t>
            </a:r>
          </a:p>
          <a:p>
            <a:r>
              <a:t>-     fmt.Println("--- Running Constructor Injection ---")</a:t>
            </a:r>
          </a:p>
          <a:p>
            <a:r>
              <a:t>-     err := processor.ProcessPayment(100)</a:t>
            </a:r>
          </a:p>
          <a:p>
            <a:r>
              <a:t>-     if err != nil {</a:t>
            </a:r>
          </a:p>
          <a:p>
            <a:r>
              <a:t>-         fmt.Printf("Error: %v\n", err)</a:t>
            </a:r>
          </a:p>
          <a:p>
            <a:r>
              <a:t>-     }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Validasi Input Sebelum Delegasi ke Gateway</a:t>
            </a:r>
          </a:p>
          <a:p/>
          <a:p>
            <a:r>
              <a:t>Mental Model: Validate inputs early to fail fast and avoid side effects in downstream dependencies.</a:t>
            </a:r>
          </a:p>
          <a:p/>
          <a:p>
            <a:r>
              <a:t>[internal/di/processor.go]</a:t>
            </a:r>
          </a:p>
          <a:p>
            <a:r>
              <a:t>- func (p *Processor) ProcessPayment(amount int) error {</a:t>
            </a:r>
          </a:p>
          <a:p>
            <a:r>
              <a:t>-     if amount &lt;= 0 {</a:t>
            </a:r>
          </a:p>
          <a:p>
            <a:r>
              <a:t>-         return errors.New("invalid amount")</a:t>
            </a:r>
          </a:p>
          <a:p>
            <a:r>
              <a:t>-     }</a:t>
            </a:r>
          </a:p>
          <a:p>
            <a:r>
              <a:t>-     // ... create Money and call gateway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Checklist Penerapan Dependency Injection</a:t>
            </a:r>
          </a:p>
          <a:p/>
          <a:p>
            <a:r>
              <a:t>Mental Model: Enforce dependency injection guidelines through a systematic checklist.</a:t>
            </a:r>
          </a:p>
          <a:p/>
          <a:p>
            <a:r>
              <a:t>[KRITERIA IMPLEMENTASI DI YANG BAIK]</a:t>
            </a:r>
          </a:p>
          <a:p>
            <a:r>
              <a:t>- Dependensi dideklarasikan sebagai interface, bukan tipe konkret.</a:t>
            </a:r>
          </a:p>
          <a:p>
            <a:r>
              <a:t>- Constructor injection digunakan sebagai default untuk semua service.</a:t>
            </a:r>
          </a:p>
          <a:p>
            <a:r>
              <a:t>- Composition root (main.go atau setara) adalah satu-satunya tempat yang membuat implementasi konkret.</a:t>
            </a:r>
          </a:p>
          <a:p>
            <a:r>
              <a:t>- Tidak ada container.Get(...) di dalam logika domain.</a:t>
            </a:r>
          </a:p>
          <a:p>
            <a:r>
              <a:t>- Value objects (Money, DateTime, Address) diinstansiasi langsung.</a:t>
            </a:r>
          </a:p>
          <a:p>
            <a:r>
              <a:t>- Setiap service dapat diuji dengan mock tanpa setup infrastruktur.</a:t>
            </a:r>
          </a:p>
          <a:p>
            <a:r>
              <a:t>- Validasi input dilakukan sebelum delegasi ke dependensi eksternal.</a:t>
            </a:r>
          </a:p>
          <a:p>
            <a:r>
              <a:t>- Test mencakup happy path, error propagation, dan invalid input.</a:t>
            </a:r>
          </a:p>
          <a:p>
            <a:r>
              <a:t>- go test -race ./... PASS tanpa warning.</a:t>
            </a:r>
          </a:p>
          <a:p>
            <a:r>
              <a:t>- Heuristik lab (seperti 12 parameter) tidak dikutip sebagai standar universal.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Anti-Pattern Umum dalam Dependency Injection</a:t>
            </a:r>
          </a:p>
          <a:p/>
          <a:p>
            <a:r>
              <a:t>Mental Model: Identify and avoid common DI anti-patterns to preserve testability and clarity.</a:t>
            </a:r>
          </a:p>
          <a:p/>
          <a:p>
            <a:r>
              <a:t>[HINDARI KESALAHAN INI]</a:t>
            </a:r>
          </a:p>
          <a:p>
            <a:r>
              <a:t>- Service Locator di Domain: Menyuntikkan container ke kelas bisnis; dependensi menjadi tersembunyi.</a:t>
            </a:r>
          </a:p>
          <a:p>
            <a:r>
              <a:t>- Mengabstraksi Value Object: Memasukkan Money ke dalam container DI padahal hanya struktur data.</a:t>
            </a:r>
          </a:p>
          <a:p>
            <a:r>
              <a:t>- Constructor Bloat: Konstruktor dengan banyak parameter menandakan kelas melakukan terlalu banyak hal.</a:t>
            </a:r>
          </a:p>
          <a:p>
            <a:r>
              <a:t>- DI Overuse: Menggunakan DI untuk segala hal, termasuk fungsi murni tanpa state.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Reproduksi Mandiri di Mesin Lokal Menggunakan Go</a:t>
            </a:r>
          </a:p>
          <a:p/>
          <a:p>
            <a:r>
              <a:t>Mental Model: Use minimal reproduction commands to verify DI implementation locally.</a:t>
            </a:r>
          </a:p>
          <a:p/>
          <a:p>
            <a:r>
              <a:t>[COMMAND RUNNER]</a:t>
            </a:r>
          </a:p>
          <a:p>
            <a:r>
              <a:t>- cd labs/16-dependency-injection</a:t>
            </a:r>
          </a:p>
          <a:p>
            <a:r>
              <a:t>- go test -v ./...    # jalankan semua test case</a:t>
            </a:r>
          </a:p>
          <a:p>
            <a:r>
              <a:t>- go test -race ./... # verifikasi race safety</a:t>
            </a:r>
          </a:p>
          <a:p>
            <a:r>
              <a:t>- go run ./cmd/demo   # eksekusi demo constructor injection &amp; service locator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Inti: Dependency Harus Eksplisit</a:t>
            </a:r>
          </a:p>
          <a:p/>
          <a:p>
            <a:r>
              <a:t>Mental Model: Architect systems with explicit dependencies and separated concerns for long-term maintainability.</a:t>
            </a:r>
          </a:p>
          <a:p/>
          <a:p>
            <a:r>
              <a:t>[TIGA PILAR ARSITEKTUR DI]</a:t>
            </a:r>
          </a:p>
          <a:p>
            <a:r>
              <a:t>- Separation of Concerns: Configuration (composition root) terpisah dari use (business logic).</a:t>
            </a:r>
          </a:p>
          <a:p>
            <a:r>
              <a:t>- Program to Interfaces: Consumer bergantung pada kontrak interface, bukan implementasi konkret.</a:t>
            </a:r>
          </a:p>
          <a:p>
            <a:r>
              <a:t>- Explicit over Implicit: Semua dependensi dinyatakan eksplisit di constructor; tidak ada magic lookup.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Dependency Injection adalah tentang kejelasan, bukan kerumitan.</a:t>
            </a:r>
          </a:p>
          <a:p/>
          <a:p>
            <a:r>
              <a:t>Mental Model: Dependency Injection separates concerns, making systems testable and evolvable.</a:t>
            </a:r>
          </a:p>
          <a:p/>
          <a:p>
            <a:r>
              <a:t>[MODUL IMPLEMENTASI]</a:t>
            </a:r>
          </a:p>
          <a:p>
            <a:r>
              <a:t>- internal/di/gateway.go • internal/di/processor.go • internal/di/locator.go</a:t>
            </a:r>
          </a:p>
          <a:p>
            <a:r>
              <a:t>- cmd/demo/main.go • tests/processor_test.go</a:t>
            </a:r>
          </a:p>
          <a:p>
            <a:r>
              <a:t>- content/02-master-draft.md • content/01-content-brief.md</a:t>
            </a:r>
          </a:p>
          <a:p>
            <a:r>
              <a:t>[VERIFIKASI &amp; STATUS]</a:t>
            </a:r>
          </a:p>
          <a:p>
            <a:r>
              <a:t>- Commit: 3d936ba • Status: APPROVED</a:t>
            </a:r>
          </a:p>
          <a:p>
            <a:r>
              <a:t>- Test passing: 6 test scenarios (success, error propagation, invalid amount)</a:t>
            </a:r>
          </a:p>
          <a:p>
            <a:r>
              <a:t>- Race detector: Clean (go test -race ./... PASS)</a:t>
            </a:r>
          </a:p>
          <a:p>
            <a:r>
              <a:t>- Zero external dependencies: 100% Go standard library.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Dependency Injection &amp; Inversion of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Memisahkan Konfigurasi dari Penggunaan di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Hard-Coded Dependencies Mengunci Logika Bisnis pada Infrastruktur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Ketika kelas menginstansiasi dependensinya sendiri, pengujian menjadi lambat dan penggantian vendor memaksa modifikasi menyeluruh.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DAMPAK TIGHT COUPLING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Pengujian Lambat: Setiap test memerlukan setup jaringan, database, atau payment provider riil yang flaky.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Vendor Lock-in: Pergantian payment gateway memaksa edit banyak kelas yang bergantung pada implementasi konkret.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Bukan Berarti Malas: Tim aktif menulis kode, tetapi bukan berarti produktif jika setiap perubahan memicu domino refactoring.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Ketika sebuah kelas membangun dependensinya sendiri, logika bisnis menjadi terkunci pada infrastruktur eksternal. Pengujian unit jadi sulit karena harus mengandalkan status jaringan nyata yang tidak deterministik.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Hard-coded dependencies couple business logic to infrastructure, breaking testability and evolvability.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content/02-master-draft.md:3-9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Code Review Manual Tidak Menangkap Dependensi Tersembunyi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Dependensi yang diinstansiasi secara internal sulit dilacak hanya dengan membaca kode secara sekilas.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KEGAGALAN APPROACH NAIF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Lengkap: Reviewer mungkin melewatkan instantiate baru di dalam method ketika fokus pada alur utama.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Otomatis: Manual review tidak dapat memverifikasi bahwa semua dependensi telah dipisahkan ke constructor.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Skala Buruk: Pada codebase besar, jejak dependensi tersebar di banyak file; bukan berarti review manual cukup.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Code review manual mengandalkan perhatian manusia untuk menangkap pola coupling. Pendekatan ini tidak otomatis menjamin bahwa setiap dependensi eksternal telah diinjeksi melalui constructor.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Manual review cannot systematically enforce dependency separation across a large codebase.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content/02-master-draft.md:3-9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Separation of Configuration from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Fase konfigurasi (composition root) terpisah dari fase penggunaan (business logic).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DUA FASE DALAM SISTEM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1. Konfigurasi (Composition Root): Instansiasi implementasi konkret dan penyuntikan ke dalam constructor (main.go).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2. Penggunaan (Business Logic): Kelas menerima dependensi melalui parameter constructor; tidak mengetahui implementasi konkret.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Prinsip inti Dependency Injection adalah memisahkan pembentukan objek dari penggunaannya. Composition root bertugas merakit object graph, sementara modul bisnis hanya menggunakan dependensi yang telah tersedia.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configuration (composition root) from use (business logic) to achieve loose coupling.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content/02-master-draft.md:13-17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Alur Kerja Dependency Injection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Dari instansiasi gateway hingga delegasi ke method Charge.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TAHAPAN EKSEKUSI PAYMENT PROCESSOR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1. Composition Root (main.go): Membuat realGateway := &amp;di.RealGateway{}.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2. Constructor Injection (NewProcessor): processor := di.NewProcessor(realGateway); gateway tersimpan sebagai field unexported.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3. Validasi Input (ProcessPayment): Periksa amount &lt;= 0; kembalikan error jika invalid.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4. Delegasi (gateway.Charge): Buat Money value object dan panggil gateway.Charge(m).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5. Propagasi Error (Error Return): Error dari gateway dipropagasikan ke caller tanpa ditelan.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Pipeline DI manual dimulai dari composition root yang menginialisasi implementasi konkret. Konstruktor menyimpan dependensi sebagai field, method bisnis memvalidasi input lalu mendelegasikan ke gateway.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Manual wiring sequence: instantiate → inject → validate → delegate → propagate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cmd/demo/main.go:16-36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Constructor Injection: NewProcessor Menerima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Processor menyimpan gateway PaymentGateway tanpa mengetahui implementasinya.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Processor struct {</a:t>
            </a:r>
            <a:br/>
            <a:r>
              <a:t>    gateway PaymentGateway</a:t>
            </a:r>
            <a:br/>
            <a:r>
              <a:t>}</a:t>
            </a:r>
            <a:br/>
            <a:br/>
            <a:r>
              <a:t>func NewProcessor(g PaymentGateway) *Processor {</a:t>
            </a:r>
            <a:br/>
            <a:r>
              <a:t>    return &amp;Processor{gateway: g}</a:t>
            </a:r>
            <a:br/>
            <a:r>
              <a:t>}</a:t>
            </a:r>
            <a:br/>
            <a:br/>
            <a:r>
              <a:t>func (p *Processor) ProcessPayment(amount int) error {</a:t>
            </a:r>
            <a:br/>
            <a:r>
              <a:t>    if amount &lt;= 0 {</a:t>
            </a:r>
            <a:br/>
            <a:r>
              <a:t>        return errors.New("invalid amount")</a:t>
            </a:r>
            <a:br/>
            <a:r>
              <a:t>    }</a:t>
            </a:r>
            <a:br/>
            <a:r>
              <a:t>    m := Money{Amount: amount, Currency: "USD"}</a:t>
            </a:r>
            <a:br/>
            <a:r>
              <a:t>    return p.gateway.Charge(m)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Constructor injection menjamin Processor hanya mengenal interface PaymentGateway, bukan implementasi konkrét RealGateway. Dependensi dibuat eksplisit di signature constructor.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Inject dependencies via constructor parameters to enforce immutability and explicit contracts.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Service Locator Menyembunyikan Dependensi Sesungguhnya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BadProcessor menerima Container alih-alih PaymentGateway, membuat dependensi tersembunyi.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SKENARIO KEGAGALAN LOKATOR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Dependensi Tersembunyi: Constructor hanya menerima Container; developer tidak tahu method butuh PaymentGateway.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Pencarian Dinamis: ProcessPayment memanggil p.container.GetPaymentGateway() saat runtime, menambah indirection.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Pengujian Ribet: Test harus membuat MockContainer yang mengembalikan MockGateway, bukan MockGateway langsung.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Bukan Berarti Lebih Baik: Service Locator bukan berarti anti-pattern mutlak; PSR-11 menggunakan SHOULD NOT, bukan MUST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Service Locator menyembunyikan dependensi sebenarnya di balik interface container. Hal ini mengurangi keterbacaan dan mempersulit mocking karena test harus menyiapkan container, bukan dependensi langsung.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 Locator obscures dependencies, complicating testing and reducing code transparency.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Kontras Constructor Injection vs Service Locator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Perbandingan mekanisme, pengujian, dan konsekuensi arsitektur.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Aspek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Constructor Injection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Service Locator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Dependensi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Eksplisit di constructor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Tersembunyi di container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Mocking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Langsung inject mock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Harus mock container + get()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Kekekalan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Field immutable setelah konstruksi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Bisa berubah jika container berubah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Kompleksitas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Mudah dipahami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Menambah indirection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Standar Industri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Diproleh sebagai best practice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Disebabkan sebagai anti-pattern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Tabel ini memetakan perbedaan mendasar antara dua pendekatan. Constructor injection menghasilkan dependensi yang eksplisit dan mudah diuji; service locator memperkenalkan lapisan tambahan yang menyulitkan isolasi.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Compare injection mechanisms along axes of visibility, testability, and industry acceptance.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 internal/di/locator.go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Keputusan Desain DI pada Lab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Tiga keputusan arsitektural yang menentukan struktur kode.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KEPUTUSAN PENTING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Pilih Constructor Injection: Default modern; menjamin valid state sejak objek lahir dan dependensi eksplisit.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Hindari Service Locator di Domain: Container hanya digunakan di composition root; tidak disuntikkan ke service.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Gunakan Value Object Langsung: Money diinstansiasi langsung karena tidak memiliki dependensi infrastruktur.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memilih constructor injection sebagai pola default karena memberikan kekekalan dan kejelasan dependensi. Service Locator hanya digunakan untuk mendemonstrasikan anti-pattern, bukan sebagai solusi.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Choose constructor injection for explicit dependencies, avoid service locator in domain code, instantiate value objects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content/02-master-draft.md:91-101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6 Test Case Lolos dengan Race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Semua test berjalan dalam 0.00s per kasus tanpa dependency eksternal.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=== RUN   TestProcessor_Success</a:t>
            </a:r>
            <a:br/>
            <a:r>
              <a:t>--- PASS: TestProcessor_Success (0.00s)</a:t>
            </a:r>
            <a:br/>
            <a:r>
              <a:t>=== RUN   TestProcessor_GatewayError</a:t>
            </a:r>
            <a:br/>
            <a:r>
              <a:t>--- PASS: TestProcessor_GatewayError (0.00s)</a:t>
            </a:r>
            <a:br/>
            <a:r>
              <a:t>=== RUN   TestProcessor_InvalidAmount</a:t>
            </a:r>
            <a:br/>
            <a:r>
              <a:t>--- PASS: TestProcessor_InvalidAmount (0.00s)</a:t>
            </a:r>
            <a:br/>
            <a:r>
              <a:t>=== RUN   TestBadProcessor_Success</a:t>
            </a:r>
            <a:br/>
            <a:r>
              <a:t>--- PASS: TestBadProcessor_Success (0.00s)</a:t>
            </a:r>
            <a:br/>
            <a:r>
              <a:t>=== RUN   TestBadProcessor_GatewayError</a:t>
            </a:r>
            <a:br/>
            <a:r>
              <a:t>--- PASS: TestBadProcessor_GatewayError (0.00s)</a:t>
            </a:r>
            <a:br/>
            <a:r>
              <a:t>=== RUN   TestBadProcessor_InvalidAmount</a:t>
            </a:r>
            <a:br/>
            <a:r>
              <a:t>--- PASS: TestBadProcessor_InvalidAmount (0.00s)</a:t>
            </a:r>
            <a:br/>
            <a:r>
              <a:t>PASS</a:t>
            </a:r>
            <a:br/>
            <a:r>
              <a:t>ok      lab16/tests   (cached)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Output terminal membuktikan seluruh enam test case lulus termasuk race detector. Test berhasil mengisolasi Processor dari gateway nyata, memverifikasi happy path, error propagation, dan validasi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Executable test suite proves isolation, error handling, and input validation without external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Batasan Bukti Lab: Yang Dibuktikan vs Belum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Menegaskan cakupan verifikasi terhadap skenario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BATAS PEMBUKTIAN SISTEM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YANG DIBUKTIKAN: Isolasi mock, propagation error, validasi input, race safety pada 6 test case.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YANG TIDAK DIBUKTIKAN: Lifecycle management (singleton/scoped/transient), performance overhead container, pengurangan defect rate.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BATAS KLAIM EMPIRIS: Tidak ada data kuantitatif tentang kecepatan pengujian atau stabilitas sistem setelah penerapan 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membuktikan sifat isolasi dan propagasi error pada skenario sederhana. Namun belum membuktikan aspek lifecycle, kinerja, atau dampak empiris terhadap metrik rekayasa perangkat lunak.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Strictly separate proven unit-test behavior from unproven production-scale claims.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content/01-content-brief.md:13-17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Trade-off Penerapan DI Manual vs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Manual wiring menambah boilerplate tetapi menjamin type safety tanpa dependensi eksternal.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KOMPROMI REKAYASA DI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Boilerplate vs Convenience: Manual wiring memerlukan kode extra di main.go; framework mengurangi boilerplate tetapi menambah kompleksitas.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Type Safety vs Flexibilitas: Constructor injection enforced pada compile time; reflection-based framework lebih fleksibel tetapi kurang aman.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Otomatis_scalable: Pada object graph sangat besar, manual wiring menjadi sulit dikelola; bukan berarti DI framework selalu diperlukan.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Penerapan DI manual menuntut penulis composition root yang jelas. Pada skala besar, overhead boilerplate dapat signifikan, namun trade-off ini sering diterima demi kejelasan dan kemudahan pengujian.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DI manual wiring trades boilerplate for type safety and zero external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content/02-master-draft.md:76-81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Race Safety pada Implementasi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Test dengan race detector memastikan tidak ada shared mutable state.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func TestProcessor_Success(t *testing.T) {</a:t>
            </a:r>
            <a:br/>
            <a:r>
              <a:t>    mock := &amp;MockGateway{}</a:t>
            </a:r>
            <a:br/>
            <a:r>
              <a:t>    proc := di.NewProcessor(mock)</a:t>
            </a:r>
            <a:br/>
            <a:r>
              <a:t>    err := proc.ProcessPayment(50)</a:t>
            </a:r>
            <a:br/>
            <a:r>
              <a:t>    if err != nil {</a:t>
            </a:r>
            <a:br/>
            <a:r>
              <a:t>        t.Fatalf("expected nil error, got %v", err)</a:t>
            </a:r>
            <a:br/>
            <a:r>
              <a:t>    }</a:t>
            </a:r>
            <a:br/>
            <a:r>
              <a:t>    // Race detector passes; no shared mutable state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Race detector Go memeriksa akses konkuren ke memori. Implementasi DI ini tidak menggunakan goroutine atau shared state, sehingga test berlari bersih tanpa warning race condition.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Dependency injection promotes stateless, testable components that naturally avoid race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tests/processor_test.go:23-35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Transformasi: Dari Hard-Coded ke Constructor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Perbandingan kode sebelum dan sesudah penerapan 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SEBELUM (TIGHT COUPLING) VS SESUDAH (DI)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Sebelum: Hard-Coded: Processor baru RealGateway di dalam method; tidak bisa di-mock tanpa mengubah kode sumber.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Sesudah: DI Manual: NewProcessor menerima PaymentGateway; mock disuntikkan langsung pada test.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Bukan Berarti Sempurna: DI bukan solusi ajaib; tetap perlu disiplin composition root dan避免 over-injection.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Sebelum DI, kelas bisnis langsung menginstal dependensi kongkrit, mengunci pada satu implementasi. Setelah DI, dependensi datang dari luar, memungkinkan penggantian dan pengujian terisolasi.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Replace internal instantiation with external injection to achieve loose coupling.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 internal/di/locator.go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Interface PaymentGateway: Kontrak Tunggal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Definisi metode Charge yang menerima value object Money.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Money struct {</a:t>
            </a:r>
            <a:br/>
            <a:r>
              <a:t>    Amount   int</a:t>
            </a:r>
            <a:br/>
            <a:r>
              <a:t>    Currency string</a:t>
            </a:r>
            <a:br/>
            <a:r>
              <a:t>}</a:t>
            </a:r>
            <a:br/>
            <a:br/>
            <a:r>
              <a:t>type PaymentGateway interface {</a:t>
            </a:r>
            <a:br/>
            <a:r>
              <a:t>    Charge(m Money) error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Interface PaymentGateway mendefinisikan kontrak tunggal untuk semua implementasi gateway. Money adalah value object yang mewakili uang dengan amount dan currency.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Define minimal interfaces that capture the required behavior without exposing implementation details.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Money: Value Object yang Diinstansiasi Langsung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Value object tidak memerlukan DI karena tidak memiliki dependensi eksternal.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func (p *Processor) ProcessPayment(amount int) error {</a:t>
            </a:r>
            <a:br/>
            <a:r>
              <a:t>    if amount &lt;= 0 {</a:t>
            </a:r>
            <a:br/>
            <a:r>
              <a:t>        return errors.New("invalid amount")</a:t>
            </a:r>
            <a:br/>
            <a:r>
              <a:t>    }</a:t>
            </a:r>
            <a:br/>
            <a:r>
              <a:t>    m := Money{Amount: amount, Currency: "USD"}</a:t>
            </a:r>
            <a:br/>
            <a:r>
              <a:t>    return p.gateway.Charge(m)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Money dibuat langsung di dalam method karena merupakan struktur data murni tanpa dependensi infrastruktur. Menggunakan DI untuk value object akan menambah abstraksi tanpa manfaat.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Instantiate value objects directly; reserve DI for services that depend on external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internal/di/processor.go:15-21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MockGateway: Test Double untuk Isolasi Pengujian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Mock meniru PaymentGateway tanpa panggilan jaringan nyata.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MockGateway struct {</a:t>
            </a:r>
            <a:br/>
            <a:r>
              <a:t>    ChargedMoney di.Money</a:t>
            </a:r>
            <a:br/>
            <a:r>
              <a:t>    ShouldFail   bool</a:t>
            </a:r>
            <a:br/>
            <a:r>
              <a:t>}</a:t>
            </a:r>
            <a:br/>
            <a:br/>
            <a:r>
              <a:t>func (m *MockGateway) Charge(money di.Money) error {</a:t>
            </a:r>
            <a:br/>
            <a:r>
              <a:t>    if m.ShouldFail {</a:t>
            </a:r>
            <a:br/>
            <a:r>
              <a:t>        return errors.New("gateway unavailable")</a:t>
            </a:r>
            <a:br/>
            <a:r>
              <a:t>    }</a:t>
            </a:r>
            <a:br/>
            <a:r>
              <a:t>    m.ChargedMoney = money</a:t>
            </a:r>
            <a:br/>
            <a:r>
              <a:t>    return nil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MockGateway merekam panggilan Charge dan dapat dikonfigurasi untuk gagal. Hal ini memungkinkan pengujian error propagation tanpa koneksi jaringan riil.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Use mock doubles to isolate unit tests from external side effects.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tests/processor_test.go:10-21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Composition Root: main.go sebagai Titik Penyambungan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Satu-satunya tempat yang tahu implementasi konkret dan menyuntikkannya.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func main() {</a:t>
            </a:r>
            <a:br/>
            <a:r>
              <a:t>    realGateway := &amp;di.RealGateway{}</a:t>
            </a:r>
            <a:br/>
            <a:r>
              <a:t>    processor := di.NewProcessor(realGateway)</a:t>
            </a:r>
            <a:br/>
            <a:r>
              <a:t>    fmt.Println("--- Running Constructor Injection ---")</a:t>
            </a:r>
            <a:br/>
            <a:r>
              <a:t>    err := processor.ProcessPayment(100)</a:t>
            </a:r>
            <a:br/>
            <a:r>
              <a:t>    if err != nil {</a:t>
            </a:r>
            <a:br/>
            <a:r>
              <a:t>        fmt.Printf("Error: %v\n", err)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Composition root adalah fungsi main yang bertanggung jawab merakit object graph. Ia satu-satunya place yang mengimpor implementasi konkret RealGateway.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Centralize concrete instantiation in a single composition root to maintain separation of concerns.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cmd/demo/main.go:16-26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Validasi Input Sebelum Delegasi ke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Processor menolak amount &lt;= 0 tanpa memanggil gateway.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func (p *Processor) ProcessPayment(amount int) error {</a:t>
            </a:r>
            <a:br/>
            <a:r>
              <a:t>    if amount &lt;= 0 {</a:t>
            </a:r>
            <a:br/>
            <a:r>
              <a:t>        return errors.New("invalid amount")</a:t>
            </a:r>
            <a:br/>
            <a:r>
              <a:t>    }</a:t>
            </a:r>
            <a:br/>
            <a:r>
              <a:t>    // ... create Money and call gateway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Validasi input dilakukan sebelum delegasi ke dependensi eksternal. Ini mencegah panggilan jaringan sia-sia dan memastikan hanya amount yang valid yang diproses.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Validate inputs early to fail fast and avoid side effects in downstream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internal/di/processor.go:15-18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Checklist Penerapan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Standar wajib sebelum menggabungkan modul bisnis dengan dependensi eksternal.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KRITERIA IMPLEMENTASI DI YANG BAIK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Dependensi dideklarasikan sebagai interface, bukan tipe konkret.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Constructor injection digunakan sebagai default untuk semua service.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Composition root (main.go atau setara) adalah satu-satunya tempat yang membuat implementasi konkret.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ada container.Get(...) di dalam logika domain.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Value objects (Money, DateTime, Address) diinstansiasi langsung.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Setiap service dapat diuji dengan mock tanpa setup infrastruktur.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Validasi input dilakukan sebelum delegasi ke dependensi eksternal.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mencakup happy path, error propagation, dan invalid input.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go test -race ./... PASS tanpa warning.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Heuristik lab (seperti 12 parameter) tidak dikutip sebagai standar universal.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Checklist ini merangkum prinsip-prinsip DI yang harus dipenuhi agar kode tetap teruji, terelaborasi, dan mudah berkembang.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Enforce dependency injection guidelines through a systematic checklist.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content/02-master-draft.md:155-167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Anti-Pattern Umum dalam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Kesalahan desain yang sering merusak manfaat 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HINDARI KESALAHAN INI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Service Locator di Domain: Menyuntikkan container ke kelas bisnis; dependensi menjadi tersembunyi.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Mengabstraksi Value Object: Memasukkan Money ke dalam container DI padahal hanya struktur data.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Constructor Bloat: Konstruktor dengan banyak parameter menandakan kelas melakukan terlalu banyak hal.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DI Overuse: Menggunakan DI untuk segala hal, termasuk fungsi murni tanpa state.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Service Locator adalah anti-pattern karena menyembunyikan dependensi. Value object seharusnya tidak diinject. Constructor bloat menunjukkan pelanggaran Single Responsibility Principle.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Identify and avoid common DI anti-patterns to preserve testability and clarity.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content/02-master-draft.md:135-146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Reproduksi Mandiri di Mesin Lokal Menggunakan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Verifikasi mandiri DI dengan menjalankan test suite.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labs/16-dependency-injection</a:t>
            </a:r>
            <a:br/>
            <a:r>
              <a:t>go test -v ./...    # jalankan semua test case</a:t>
            </a:r>
            <a:br/>
            <a:r>
              <a:t>go test -race ./... # verifikasi race safety</a:t>
            </a:r>
            <a:br/>
            <a:r>
              <a:t>go run ./cmd/demo   # eksekusi demo constructor injection &amp; service locator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Semua kode ditulis dengan Go standard library tanpa dependensi eksternal. Test suite mencakup isolasi, error propagation, dan validasi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Use minimal reproduction commands to verify DI implementation locally.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README.md:14-23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Prinsip Inti: Dependency Harus Eksplisit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Konfigurasi terpisah dari penggunaan; interface sebagai kontrak.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TIGA PILAR ARSITEKTUR DI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Separation of Concerns: Configuration (composition root) terpisah dari use (business logic).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Program to Interfaces: Consumer bergantung pada kontrak interface, bukan implementasi konkret.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Explicit over Implicit: Semua dependensi dinyatakan eksplisit di constructor; tidak ada magic lookup.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Prinsip DI menekankan kejelasan dependensi. Dengan memisahkan konfigurasi dan penggunaan, sistem menjadi lebih mudah diuji, dipahami, dan dikembangkan.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Architect systems with explicit dependencies and separated concerns for long-term maintainability.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Dependency Injection adalah tentang kejelasan, bukan kerumitan.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Dependency Injection separates concerns, making systems testable and evolvable.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16 - Dependency Injection &amp; Inversion of Control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https://github.com/lukman-ss/software-engineering-lab/tree/main/labs/16-dependency-injection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github.com/lukman-ss/software-engineering-lab/tree/main/labs/16-dependency-injection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3d936ba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Dependency Injection • IoC • Constructor Injection • Service Locator Anti-Pattern • Go • Mocking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