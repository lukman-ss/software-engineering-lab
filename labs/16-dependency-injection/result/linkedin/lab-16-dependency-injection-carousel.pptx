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 &amp; Inversion of Control</a:t>
            </a:r>
          </a:p>
          <a:p/>
          <a:p>
            <a:r>
              <a:t>Mental Model: Separation of configuration from use is the foundation of modular software.</a:t>
            </a:r>
          </a:p>
          <a:p/>
          <a:p>
            <a:r>
              <a:t>[]</a:t>
            </a:r>
          </a:p>
          <a:p>
            <a:r>
              <a:t>- Retro CRT Computer with Modular Interface Cartridges</a:t>
            </a:r>
          </a:p>
          <a:p>
            <a:r>
              <a:t>- Hardware Socket Boundary: Swappable Network Module vs Internal Logic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Instansiasi Langsung Mengunci Logika Domain</a:t>
            </a:r>
          </a:p>
          <a:p/>
          <a:p>
            <a:r>
              <a:t>Mental Model: Hardcoded instantiation locks infrastructure into domain rules.</a:t>
            </a:r>
          </a:p>
          <a:p/>
          <a:p>
            <a:r>
              <a:t>[DAMPAK HARDCODED DEPENDENCY]</a:t>
            </a:r>
          </a:p>
          <a:p>
            <a:r>
              <a:t>- Logika Terkunci: Domain memanggil new RealGateway() langsung; perubahan gateway memaksa edit domain.</a:t>
            </a:r>
          </a:p>
          <a:p>
            <a:r>
              <a:t>- Test Terikat Jaringan: Unit test terpaksa memanggil network eksternal nyata, menjadi lambat dan rapuh.</a:t>
            </a:r>
          </a:p>
          <a:p>
            <a:r>
              <a:t>- Batas Kabur: Domain mengurus lifecycle socket jaringan, bukan murni memproses kalkulasi bisnis.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Global Singleton dan Flag Mengaburkan Kontrak</a:t>
            </a:r>
          </a:p>
          <a:p/>
          <a:p>
            <a:r>
              <a:t>Mental Model: Global variables disguise coupling rather than resolving it.</a:t>
            </a:r>
          </a:p>
          <a:p/>
          <a:p>
            <a:r>
              <a:t>[PENDEKATAN NAIF VS RISIKO]</a:t>
            </a:r>
          </a:p>
          <a:p>
            <a:r>
              <a:t>- Global Gateway Singleton: State bersama sulit diisolasi; race condition antar test saat mutating instance.</a:t>
            </a:r>
          </a:p>
          <a:p>
            <a:r>
              <a:t>- Runtime If-Else Flag: Logika if isTest penuh di kode produksi; menambah branch tanpa kontrak bersih.</a:t>
            </a:r>
          </a:p>
          <a:p>
            <a:r>
              <a:t>- Sembunyikan Dependency: Caller tidak tahu bahwa Processor membutuhkan jaringan aktif sebelum dipanggil.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Pisahkan Perakitan Objek dari Eksekusi Bisnis</a:t>
            </a:r>
          </a:p>
          <a:p/>
          <a:p>
            <a:r>
              <a:t>Mental Model: Separate object wiring from execution flow to enable runtime flexibility.</a:t>
            </a:r>
          </a:p>
          <a:p/>
          <a:p>
            <a:r>
              <a:t>[DUA FASE ARSITEKTUR]</a:t>
            </a:r>
          </a:p>
          <a:p>
            <a:r>
              <a:t>- 1. Configuration Phase (Composition Root): Menginstansiasi RealGateway dan menyuntikkannya ke NewProcessor(g).</a:t>
            </a:r>
          </a:p>
          <a:p>
            <a:r>
              <a:t>- 2. Consumption Phase (Processor Runtime): Hanya menjalankan ProcessPayment(amount) tanpa tahu vendor gateway.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IoC adalah Arah Kendali, DI adalah Bentuk Spesifik</a:t>
            </a:r>
          </a:p>
          <a:p/>
          <a:p>
            <a:r>
              <a:t>Mental Model: DI is a specialized subset of IoC focused strictly on dependency binding.</a:t>
            </a:r>
          </a:p>
          <a:p/>
          <a:p>
            <a:r>
              <a:t>[PERBEDAAN FUNDAMENTAL]</a:t>
            </a:r>
          </a:p>
          <a:p>
            <a:r>
              <a:t>- Inversion of Control (IoC): Prinsip luas: framework memanggil kode Anda (Hollywood Principle: Don't call us, we'll call you).</a:t>
            </a:r>
          </a:p>
          <a:p>
            <a:r>
              <a:t>- Dependency Injection (DI): Penerapan spesifik IoC: assembler menyuntikkan dependensi objek dari luar, bukan objek yang mencarinya.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Abstraksi Gateway dan Value Object Tanpa DI</a:t>
            </a:r>
          </a:p>
          <a:p/>
          <a:p>
            <a:r>
              <a:t>Mental Model: Abstract external infrastructure; instantiate pure value objects directly.</a:t>
            </a:r>
          </a:p>
          <a:p/>
          <a:p>
            <a:r>
              <a:t>[internal/di/gateway.go]</a:t>
            </a:r>
          </a:p>
          <a:p>
            <a:r>
              <a:t>- type Money struct { Amount int; Currency string }</a:t>
            </a:r>
          </a:p>
          <a:p>
            <a:r>
              <a:t>- </a:t>
            </a:r>
          </a:p>
          <a:p>
            <a:r>
              <a:t>- type PaymentGateway interface {</a:t>
            </a:r>
          </a:p>
          <a:p>
            <a:r>
              <a:t>-     Charge(m Money) error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type RealGateway struct{}</a:t>
            </a:r>
          </a:p>
          <a:p>
            <a:r>
              <a:t>- func (g *RealGateway) Charge(m Money) error {</a:t>
            </a:r>
          </a:p>
          <a:p>
            <a:r>
              <a:t>-     fmt.Printf("RealGateway charging %d %s\n", m.Amount, m.Currency)</a:t>
            </a:r>
          </a:p>
          <a:p>
            <a:r>
              <a:t>-     return nil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Constructor Injection Membuat Dependensi Terlihat</a:t>
            </a:r>
          </a:p>
          <a:p/>
          <a:p>
            <a:r>
              <a:t>Mental Model: Constructor injection exposes dependencies explicitly in the type signature.</a:t>
            </a:r>
          </a:p>
          <a:p/>
          <a:p>
            <a:r>
              <a:t>[internal/di/processor.go]</a:t>
            </a:r>
          </a:p>
          <a:p>
            <a:r>
              <a:t>- type Processor struct { gateway PaymentGateway }</a:t>
            </a:r>
          </a:p>
          <a:p>
            <a:r>
              <a:t>- </a:t>
            </a:r>
          </a:p>
          <a:p>
            <a:r>
              <a:t>- func NewProcessor(g PaymentGateway) *Processor {</a:t>
            </a:r>
          </a:p>
          <a:p>
            <a:r>
              <a:t>-     return &amp;Processor{gateway: g}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(p *Processor) ProcessPayment(amount int) error {</a:t>
            </a:r>
          </a:p>
          <a:p>
            <a:r>
              <a:t>-     if amount &lt;= 0 { return errors.New("invalid amount") }</a:t>
            </a:r>
          </a:p>
          <a:p>
            <a:r>
              <a:t>-     m := Money{Amount: amount, Currency: "USD"}</a:t>
            </a:r>
          </a:p>
          <a:p>
            <a:r>
              <a:t>-     return p.gateway.Charge(m)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Validasi Domain Berjalan Sebelum Panggilan Gateway</a:t>
            </a:r>
          </a:p>
          <a:p/>
          <a:p>
            <a:r>
              <a:t>Mental Model: Validate input invariants before delegating to external dependencies.</a:t>
            </a:r>
          </a:p>
          <a:p/>
          <a:p>
            <a:r>
              <a:t>[ALUR PENGECEKAN INPUT]</a:t>
            </a:r>
          </a:p>
          <a:p>
            <a:r>
              <a:t>- Input Check (amount &lt;= 0): Mengembalikan error 'invalid amount' seketika tanpa menyentuh gateway.</a:t>
            </a:r>
          </a:p>
          <a:p>
            <a:r>
              <a:t>- Zero Side Effect: Mock membuktikan ChargedMoney.Amount tetap bernilai 0 saat input invalid.</a:t>
            </a:r>
          </a:p>
          <a:p>
            <a:r>
              <a:t>- Batas Tanggung Jawab: Hanya pada jalur ini input divalidasi; DI tidak menggantikan perlindungan domain.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Service Locator Menyembunyikan Dependensi Nyata</a:t>
            </a:r>
          </a:p>
          <a:p/>
          <a:p>
            <a:r>
              <a:t>Mental Model: Injecting the container turns dependency management into opaque runtime queries.</a:t>
            </a:r>
          </a:p>
          <a:p/>
          <a:p>
            <a:r>
              <a:t>[internal/di/locator.go]</a:t>
            </a:r>
          </a:p>
          <a:p>
            <a:r>
              <a:t>- type Container interface { GetPaymentGateway() PaymentGateway }</a:t>
            </a:r>
          </a:p>
          <a:p>
            <a:r>
              <a:t>- </a:t>
            </a:r>
          </a:p>
          <a:p>
            <a:r>
              <a:t>- type BadProcessor struct { container Container }</a:t>
            </a:r>
          </a:p>
          <a:p>
            <a:r>
              <a:t>- </a:t>
            </a:r>
          </a:p>
          <a:p>
            <a:r>
              <a:t>- func NewBadProcessor(c Container) *BadProcessor {</a:t>
            </a:r>
          </a:p>
          <a:p>
            <a:r>
              <a:t>-     return &amp;BadProcessor{container: c}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(p *BadProcessor) ProcessPayment(amount int) error {</a:t>
            </a:r>
          </a:p>
          <a:p>
            <a:r>
              <a:t>-     if amount &lt;= 0 { return errors.New("invalid amount") }</a:t>
            </a:r>
          </a:p>
          <a:p>
            <a:r>
              <a:t>-     m := Money{Amount: amount, Currency: "USD"}</a:t>
            </a:r>
          </a:p>
          <a:p>
            <a:r>
              <a:t>-     return p.container.GetPaymentGateway().Charge(m)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Perbandingan Struktural DI vs Service Locator</a:t>
            </a:r>
          </a:p>
          <a:p/>
          <a:p>
            <a:r>
              <a:t>Mental Model: Prefer explicit parameters over general-purpose container lookups.</a:t>
            </a:r>
          </a:p>
          <a:p/>
          <a:p>
            <a:r>
              <a:t>[DI VS SERVICE LOCATOR]</a:t>
            </a:r>
          </a:p>
          <a:p>
            <a:r>
              <a:t>- Dimensi | Constructor Injection | Service Locator</a:t>
            </a:r>
          </a:p>
          <a:p>
            <a:r>
              <a:t>- Kontrak Signature | Eksplisit (PaymentGateway) | Opaque (Container)</a:t>
            </a:r>
          </a:p>
          <a:p>
            <a:r>
              <a:t>- Ketergantungan API | Interface Domain Murni | Terikat Container Interface</a:t>
            </a:r>
          </a:p>
          <a:p>
            <a:r>
              <a:t>- Mocking di Test | Inject Mock Langsung | Wajib Mock Container &amp; Service</a:t>
            </a:r>
          </a:p>
          <a:p>
            <a:r>
              <a:t>- Deteksi Compile | Error jika interface hilang | Bisa lolos tapi lookup runtime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Composition Root Menjadi Titik Tunggal Perakitan</a:t>
            </a:r>
          </a:p>
          <a:p/>
          <a:p>
            <a:r>
              <a:t>Mental Model: Keep instantiation isolated to the application entrypoint.</a:t>
            </a:r>
          </a:p>
          <a:p/>
          <a:p>
            <a:r>
              <a:t>[cmd/demo/main.go]</a:t>
            </a:r>
          </a:p>
          <a:p>
            <a:r>
              <a:t>- func main() {</a:t>
            </a:r>
          </a:p>
          <a:p>
            <a:r>
              <a:t>-     realGateway := &amp;di.RealGateway{}</a:t>
            </a:r>
          </a:p>
          <a:p>
            <a:r>
              <a:t>- </a:t>
            </a:r>
          </a:p>
          <a:p>
            <a:r>
              <a:t>-     // Constructor Injection (Bersih &amp; Eksplisit)</a:t>
            </a:r>
          </a:p>
          <a:p>
            <a:r>
              <a:t>-     processor := di.NewProcessor(realGateway)</a:t>
            </a:r>
          </a:p>
          <a:p>
            <a:r>
              <a:t>-     _ = processor.ProcessPayment(100)</a:t>
            </a:r>
          </a:p>
          <a:p>
            <a:r>
              <a:t>- </a:t>
            </a:r>
          </a:p>
          <a:p>
            <a:r>
              <a:t>-     // Service Locator (Anti-Pattern Demo)</a:t>
            </a:r>
          </a:p>
          <a:p>
            <a:r>
              <a:t>-     container := &amp;SimpleContainer{gateway: realGateway}</a:t>
            </a:r>
          </a:p>
          <a:p>
            <a:r>
              <a:t>-     badProcessor := di.NewBadProcessor(container)</a:t>
            </a:r>
          </a:p>
          <a:p>
            <a:r>
              <a:t>-     _ = badProcessor.ProcessPayment(200)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Test Double Menggantikan Infrastruktur Jaringan</a:t>
            </a:r>
          </a:p>
          <a:p/>
          <a:p>
            <a:r>
              <a:t>Mental Model: Test doubles isolate business logic verification from network dependencies.</a:t>
            </a:r>
          </a:p>
          <a:p/>
          <a:p>
            <a:r>
              <a:t>[tests/processor_test.go]</a:t>
            </a:r>
          </a:p>
          <a:p>
            <a:r>
              <a:t>- type MockGateway struct {</a:t>
            </a:r>
          </a:p>
          <a:p>
            <a:r>
              <a:t>-     ChargedMoney di.Money</a:t>
            </a:r>
          </a:p>
          <a:p>
            <a:r>
              <a:t>-     ShouldFail   bool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(m *MockGateway) Charge(money di.Money) error {</a:t>
            </a:r>
          </a:p>
          <a:p>
            <a:r>
              <a:t>-     if m.ShouldFail {</a:t>
            </a:r>
          </a:p>
          <a:p>
            <a:r>
              <a:t>-         return errors.New("gateway unavailable")</a:t>
            </a:r>
          </a:p>
          <a:p>
            <a:r>
              <a:t>-     }</a:t>
            </a:r>
          </a:p>
          <a:p>
            <a:r>
              <a:t>-     m.ChargedMoney = money</a:t>
            </a:r>
          </a:p>
          <a:p>
            <a:r>
              <a:t>-     return nil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Enam Kasus Uji PASS Termasuk Race Detector</a:t>
            </a:r>
          </a:p>
          <a:p/>
          <a:p>
            <a:r>
              <a:t>Mental Model: Passing unit tests verify contract compliance and error handling pathways.</a:t>
            </a:r>
          </a:p>
          <a:p/>
          <a:p>
            <a:r>
              <a:t>[TERMINAL OUTPUT: go test -v -race ./...]</a:t>
            </a:r>
          </a:p>
          <a:p>
            <a:r>
              <a:t>- === RUN   TestProcessor_Success           --- PASS (0.00s)</a:t>
            </a:r>
          </a:p>
          <a:p>
            <a:r>
              <a:t>- === RUN   TestProcessor_GatewayError      --- PASS (0.00s)</a:t>
            </a:r>
          </a:p>
          <a:p>
            <a:r>
              <a:t>- === RUN   TestProcessor_InvalidAmount     --- PASS (0.00s)</a:t>
            </a:r>
          </a:p>
          <a:p>
            <a:r>
              <a:t>- === RUN   TestBadProcessor_Success        --- PASS (0.00s)</a:t>
            </a:r>
          </a:p>
          <a:p>
            <a:r>
              <a:t>- === RUN   TestBadProcessor_GatewayError   --- PASS (0.00s)</a:t>
            </a:r>
          </a:p>
          <a:p>
            <a:r>
              <a:t>- === RUN   TestBadProcessor_InvalidAmount  --- PASS (0.00s)</a:t>
            </a:r>
          </a:p>
          <a:p>
            <a:r>
              <a:t>- PASS</a:t>
            </a:r>
          </a:p>
          <a:p>
            <a:r>
              <a:t>- ok  github.com/lukman-ss/.../tests  1.034s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Batas Bukti Lab: Yang Dibuktikan vs Belum</a:t>
            </a:r>
          </a:p>
          <a:p/>
          <a:p>
            <a:r>
              <a:t>Mental Model: Distinguish verified unit test mechanics from broad architectural claims.</a:t>
            </a:r>
          </a:p>
          <a:p/>
          <a:p>
            <a:r>
              <a:t>[BATAS BUKTI RISET &amp; KODE]</a:t>
            </a:r>
          </a:p>
          <a:p>
            <a:r>
              <a:t>- YANG DIBUKTIKAN: Substitusi mock tanpa sentuh domain; input invalid cegah panggilan gateway; race clean pada test.</a:t>
            </a:r>
          </a:p>
          <a:p>
            <a:r>
              <a:t>- YANG TIDAK DIBUKTIKAN: Lifecycle scope (singleton/transient); overhead performa reflection container; penurunan bug production.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Value Object Diinstansiasi Langsung Tanpa DI</a:t>
            </a:r>
          </a:p>
          <a:p/>
          <a:p>
            <a:r>
              <a:t>Mental Model: Instantiate pure immutable data directly; reserve DI for external infrastructure.</a:t>
            </a:r>
          </a:p>
          <a:p/>
          <a:p>
            <a:r>
              <a:t>[HEURISTIK VALUE OBJECT LAB]</a:t>
            </a:r>
          </a:p>
          <a:p>
            <a:r>
              <a:t>- Money, DateTime, Address: Struktur data murni tanpa stateful network socket diinstansiasi dengan struct literal.</a:t>
            </a:r>
          </a:p>
          <a:p>
            <a:r>
              <a:t>- Bukan Standar Universal: Daftar tipe ini merupakan heuristik internal lab, bukan standar industri mutlak.</a:t>
            </a:r>
          </a:p>
          <a:p>
            <a:r>
              <a:t>- Hindari Over-Abstraction: Memasukkan value object ke dalam container hanya menambah boilerplate kosong.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Parameter Terlalu Banyak Menandakan SRP Violation</a:t>
            </a:r>
          </a:p>
          <a:p/>
          <a:p>
            <a:r>
              <a:t>Mental Model: Decompose bloated services rather than hiding dependencies inside a locator.</a:t>
            </a:r>
          </a:p>
          <a:p/>
          <a:p>
            <a:r>
              <a:t>[DIAGNOSIS CONSTRUCTOR BLOAT]</a:t>
            </a:r>
          </a:p>
          <a:p>
            <a:r>
              <a:t>- Gejala Constructor Bloat: NewService(...) menerima banyak interface; memicu konstruksi yang rapuh.</a:t>
            </a:r>
          </a:p>
          <a:p>
            <a:r>
              <a:t>- Heuristik Lab vs Realita: Batas 12 parameter adalah heuristik lab; Fowler hanya menyebut 'a lot of parameters'.</a:t>
            </a:r>
          </a:p>
          <a:p>
            <a:r>
              <a:t>- Solusi Arsitektural: Pecah kelas menjadi service lebih kecil; jangan tutup masalah dengan Service Locator.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Rekomendasi Industri: Hindari Menginjeksi Container</a:t>
            </a:r>
          </a:p>
          <a:p/>
          <a:p>
            <a:r>
              <a:t>Mental Model: Expose specific interfaces rather than leaking the container into domain boundaries.</a:t>
            </a:r>
          </a:p>
          <a:p/>
          <a:p>
            <a:r>
              <a:t>[STANDAR RFC 2119 &amp; ARSITEKTUR]</a:t>
            </a:r>
          </a:p>
          <a:p>
            <a:r>
              <a:t>- PSR-11: SHOULD NOT: Spesifikasi menegaskan: users SHOULD NOT pass a container into an object.</a:t>
            </a:r>
          </a:p>
          <a:p>
            <a:r>
              <a:t>- Rekomendasi Kuat: SHOULD NOT berarti rekomendasi kuat arsitektur, bukan larangan teknis (MUST NOT).</a:t>
            </a:r>
          </a:p>
          <a:p>
            <a:r>
              <a:t>- Dampak Ekosistem: Konsisten di Spring, .NET, dan Laravel: framework menginjeksi dependency spesifik.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Race Clean di Test Bukan Bukti Lifecycle Production Aman</a:t>
            </a:r>
          </a:p>
          <a:p/>
          <a:p>
            <a:r>
              <a:t>Mental Model: Unit test race-safety does not guarantee concurrency safety for stateful singletons.</a:t>
            </a:r>
          </a:p>
          <a:p/>
          <a:p>
            <a:r>
              <a:t>[BATAS KESIMPULAN KONKURENSI]</a:t>
            </a:r>
          </a:p>
          <a:p>
            <a:r>
              <a:t>- Stateless Mock Lolos: Test race bersih karena RealGateway dan MockGateway tidak berbagi mutable state.</a:t>
            </a:r>
          </a:p>
          <a:p>
            <a:r>
              <a:t>- Stateful Singleton: Production masih perlu mutex atau atomic jika dependensi menyimpan counter atau pool koneksi.</a:t>
            </a:r>
          </a:p>
          <a:p>
            <a:r>
              <a:t>- Lifecycle Management: Lab ini tidak menguji manajemen lifecycle transient vs singleton berumur panjang.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Biaya Tersembunyi: Kapan DI Tidak Diperlukan?</a:t>
            </a:r>
          </a:p>
          <a:p/>
          <a:p>
            <a:r>
              <a:t>Mental Model: Apply DI where swapping or test isolation justifies the abstraction cost.</a:t>
            </a:r>
          </a:p>
          <a:p/>
          <a:p>
            <a:r>
              <a:t>[BIAYA DAN OVERHEAD DI]</a:t>
            </a:r>
          </a:p>
          <a:p>
            <a:r>
              <a:t>- Tracing Lebih Sulit: Melihat pemanggil butuh navigasi interface; konstruksi terpisah jauh dari titik guna.</a:t>
            </a:r>
          </a:p>
          <a:p>
            <a:r>
              <a:t>- Boilerplate Tambahan: Membuat interface untuk kelas tunggal tanpa varian implementasi menambah file kosong.</a:t>
            </a:r>
          </a:p>
          <a:p>
            <a:r>
              <a:t>- Prinsip YAGNI: Jika sebuah modul tidak butuh swapping provider atau isolated test, DI tidak otomatis untung.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Checklist Penerapan Dependency Injection di Go</a:t>
            </a:r>
          </a:p>
          <a:p/>
          <a:p>
            <a:r>
              <a:t>Mental Model: Explicit interfaces and centralized wiring maintain long-term architectural sanity.</a:t>
            </a:r>
          </a:p>
          <a:p/>
          <a:p>
            <a:r>
              <a:t>[PRINSIP CHECKLIST]</a:t>
            </a:r>
          </a:p>
          <a:p>
            <a:r>
              <a:t>- Deklarasikan dependensi sebagai interface, bukan struct konkret.</a:t>
            </a:r>
          </a:p>
          <a:p>
            <a:r>
              <a:t>- Gunakan constructor injection sebagai pola bawaan (default).</a:t>
            </a:r>
          </a:p>
          <a:p>
            <a:r>
              <a:t>- Pusatkan instansiasi konkret hanya di Composition Root (main.go).</a:t>
            </a:r>
          </a:p>
          <a:p>
            <a:r>
              <a:t>- Instansiasi value object murni secara langsung tanpa kontainer.</a:t>
            </a:r>
          </a:p>
          <a:p>
            <a:r>
              <a:t>- Hindari menyuntikkan container ke dalam fungsi domain logic.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Anti-Pattern Umum dalam Penerapan DI</a:t>
            </a:r>
          </a:p>
          <a:p/>
          <a:p>
            <a:r>
              <a:t>Mental Model: Avoid interface pollution; abstract only across genuine architectural boundaries.</a:t>
            </a:r>
          </a:p>
          <a:p/>
          <a:p>
            <a:r>
              <a:t>[HINDARI POLA INI]</a:t>
            </a:r>
          </a:p>
          <a:p>
            <a:r>
              <a:t>- Container as God Object: Menjadikan container parameter umum di seluruh konstruktor kelas aplikasi.</a:t>
            </a:r>
          </a:p>
          <a:p>
            <a:r>
              <a:t>- Interface Pollution: Membuat interface 1:1 untuk setiap struct internal yang tidak memiliki varian lain.</a:t>
            </a:r>
          </a:p>
          <a:p>
            <a:r>
              <a:t>- Over-Injection Value: Menyuntikkan konfigurasi primitif atau entitas data murni ke container.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di Mesin Lokal</a:t>
            </a:r>
          </a:p>
          <a:p/>
          <a:p>
            <a:r>
              <a:t>Mental Model: Zero-dependency implementations ensure fully reproducible technical verification.</a:t>
            </a:r>
          </a:p>
          <a:p/>
          <a:p>
            <a:r>
              <a:t>[COMMAND RUNNER]</a:t>
            </a:r>
          </a:p>
          <a:p>
            <a:r>
              <a:t>- cd labs/16-dependency-injection</a:t>
            </a:r>
          </a:p>
          <a:p>
            <a:r>
              <a:t>- go test -v ./...    # validasi 6 skenario pengujian</a:t>
            </a:r>
          </a:p>
          <a:p>
            <a:r>
              <a:t>- go test -race ./... # verifikasi race detector</a:t>
            </a:r>
          </a:p>
          <a:p>
            <a:r>
              <a:t>- go run ./cmd/demo   # simulasi manual wiring &amp; locator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Kesimpulan Inti: Konstruksi Terpisah dari Penggunaan</a:t>
            </a:r>
          </a:p>
          <a:p/>
          <a:p>
            <a:r>
              <a:t>Mental Model: Separate configuration from use; verify domain invariants at explicit boundaries.</a:t>
            </a:r>
          </a:p>
          <a:p/>
          <a:p>
            <a:r>
              <a:t>[TIGA PILAR REKAYASA]</a:t>
            </a:r>
          </a:p>
          <a:p>
            <a:r>
              <a:t>- Separation of Concerns: Composition root merakit; domain mengeksekusi kontrak interface.</a:t>
            </a:r>
          </a:p>
          <a:p>
            <a:r>
              <a:t>- Testability Alami: Substitusi mock mengisolasi pengujian tanpa perlu infrastruktur jaringan nyata.</a:t>
            </a:r>
          </a:p>
          <a:p>
            <a:r>
              <a:t>- Batas Realistis: DI memperjelas kontrak dependensi, tetapi tidak otomatis menjamin kebenaran runtime.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Pemisahan konstruksi dari penggunaan adalah investasi testability dan evolusi sistem.</a:t>
            </a:r>
          </a:p>
          <a:p/>
          <a:p>
            <a:r>
              <a:t>Mental Model: Constructor injection exposes dependencies; runtime safety remains the engineer's duty.</a:t>
            </a:r>
          </a:p>
          <a:p/>
          <a:p>
            <a:r>
              <a:t>[MODUL IMPLEMENTASI]</a:t>
            </a:r>
          </a:p>
          <a:p>
            <a:r>
              <a:t>- internal/di/gateway.go • internal/di/processor.go • internal/di/locator.go</a:t>
            </a:r>
          </a:p>
          <a:p>
            <a:r>
              <a:t>- cmd/demo/main.go • tests/processor_test.go</a:t>
            </a:r>
          </a:p>
          <a:p>
            <a:r>
              <a:t>- README.md • content/02-master-draft.md</a:t>
            </a:r>
          </a:p>
          <a:p>
            <a:r>
              <a:t>[VERIFIKASI &amp; STATUS]</a:t>
            </a:r>
          </a:p>
          <a:p>
            <a:r>
              <a:t>- Commit: 9c271ae • Status: APPROVED</a:t>
            </a:r>
          </a:p>
          <a:p>
            <a:r>
              <a:t>- Test passing: 6 test cases (0.00s per case)</a:t>
            </a:r>
          </a:p>
          <a:p>
            <a:r>
              <a:t>- Race detector: Clean (go test -race ./...)</a:t>
            </a:r>
          </a:p>
          <a:p>
            <a:r>
              <a:t>- Manual wiring Go murni; bukan container DI berbasis refleksi enterprise.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 &amp; Inversion of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Memisahkan Konstruksi Objek dari Logika Domain di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Instansiasi Langsung Mengunci Logika Domain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Saat kelas membuat dependensinya sendiri, boundary infrastruktur runtuh.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DAMPAK HARDCODED DEPENDENCY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Logika Terkunci: Domain memanggil new RealGateway() langsung; perubahan gateway memaksa edit domain.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Terikat Jaringan: Unit test terpaksa memanggil network eksternal nyata, menjadi lambat dan rapuh.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Batas Kabur: Domain mengurus lifecycle socket jaringan, bukan murni memproses kalkulasi bisnis.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Ketika Processor membuat RealGateway di dalamnya, dependensi konkret terkunci. Ini bukan berarti sistem gagal seketika, tetapi setiap test terpaksa menjadi integration test yang lambat dan rapuh.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Hardcoded instantiation locks infrastructure into domain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Global Singleton dan Flag Mengaburkan Kontrak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Memakai variabel global atau flag env hanya memindahkan coupling ke runtime.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PENDEKATAN NAIF VS RISIKO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Global Gateway Singleton: State bersama sulit diisolasi; race condition antar test saat mutating instance.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Runtime If-Else Flag: Logika if isTest penuh di kode produksi; menambah branch tanpa kontrak bersih.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Sembunyikan Dependency: Caller tidak tahu bahwa Processor membutuhkan jaringan aktif sebelum dipanggil.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Mengandalkan singleton global tidak otomatis menyelesaikan coupling. Pendekatan ini menyembunyikan dependensi dari fungsi caller dan memicu kontaminasi state antar pengujian paralel.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Global variables disguise coupling rather than resolving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Pisahkan Perakitan Objek dari Eksekusi Bisnis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Fase konstruksi di luar domain; fase eksekusi hanya menerima kontrak.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DUA FASE ARSITEKTUR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1. Configuration Phase (Composition Root): Menginstansiasi RealGateway dan menyuntikkannya ke NewProcessor(g).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2. Consumption Phase (Processor Runtime): Hanya menjalankan ProcessPayment(amount) tanpa tahu vendor gateway.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Fowler menegaskan pemisahan konfigurasi dari penggunaan adalah prinsip terpenting. Objek dirakit di composition root; domain hanya pada jalur ini memproses logika bisnis murni.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object wiring from execution flow to enable runtime flexibility.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research/05-report.md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IoC adalah Arah Kendali, DI adalah Bentuk Spesifik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Inversion of Control mengontrol alur; DI menginversi perakitan dependensi.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PERBEDAAN FUNDAMENTAL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Inversion of Control (IoC): Prinsip luas: framework memanggil kode Anda (Hollywood Principle: Don't call us, we'll call you).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Dependency Injection (DI): Penerapan spesifik IoC: assembler menyuntikkan dependensi objek dari luar, bukan objek yang mencarinya.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IoC adalah konsep payung pembalikan kontrol alur. Memakai DI bukan berarti mengadopsi seluruh kontrol framework, melainkan hanya menyerahkan tanggung jawab pembuatan dependensi ke assembler eksternal.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is a specialized subset of IoC focused strictly on dependency binding.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research/05-report.md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Abstraksi Gateway dan Value Object Tanpa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Interface membatasi infrastruktur; value object dibuat langsung.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Money struct { Amount int; Currency string }</a:t>
            </a:r>
            <a:br/>
            <a:br/>
            <a:r>
              <a:t>type PaymentGateway interface {</a:t>
            </a:r>
            <a:br/>
            <a:r>
              <a:t>    Charge(m Money) error</a:t>
            </a:r>
            <a:br/>
            <a:r>
              <a:t>}</a:t>
            </a:r>
            <a:br/>
            <a:br/>
            <a:r>
              <a:t>type RealGateway struct{}</a:t>
            </a:r>
            <a:br/>
            <a:r>
              <a:t>func (g *RealGateway) Charge(m Money) error {</a:t>
            </a:r>
            <a:br/>
            <a:r>
              <a:t>    fmt.Printf("RealGateway charging %d %s\n", m.Amount, m.Currency)</a:t>
            </a:r>
            <a:br/>
            <a:r>
              <a:t>    return nil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PaymentGateway mendefinisikan kontrak Charge tunggal. Money adalah value object murni tanpa dependensi sehingga dibuat langsung. Adanya interface ini belum membuktikan gateway bebas kegagalan jaringan.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Abstract external infrastructure; instantiate pure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Constructor Injection Membuat Dependensi Terlihat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Signature NewProcessor mewajibkan gateway tersedia sejak instansiasi.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Processor struct { gateway PaymentGateway }</a:t>
            </a:r>
            <a:br/>
            <a:br/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  <a:br/>
            <a:br/>
            <a:r>
              <a:t>func (p *Processor) ProcessPayment(amount int) error {</a:t>
            </a:r>
            <a:br/>
            <a:r>
              <a:t>    if amount &lt;= 0 { return errors.New("invalid amount") }</a:t>
            </a:r>
            <a:br/>
            <a:r>
              <a:t>    m := Money{Amount: amount, Currency: "USD"}</a:t>
            </a:r>
            <a:br/>
            <a:r>
              <a:t>    return p.gateway.Charge(m)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NewProcessor menerima PaymentGateway secara eksplisit. Dependensi terlihat di signature fungsi. Namun, parameter interface tidak otomatis menolak nil pointer tanpa validasi guard tambahan.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injection exposes dependencies explicitly in the type signature.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Validasi Domain Berjalan Sebelum Panggilan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Input tidak valid ditolak sebelum menyentuh lapisan jaringan eksternal.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ALUR PENGECEKAN INPUT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Input Check (amount &lt;= 0): Mengembalikan error 'invalid amount' seketika tanpa menyentuh 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Zero Side Effect: Mock membuktikan ChargedMoney.Amount tetap bernilai 0 saat input invalid.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Batas Tanggung Jawab: Hanya pada jalur ini input divalidasi; DI tidak menggantikan perlindungan domain.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tidak menghilangkan kewajiban validasi. Validasi amount &lt;= 0 memastikan gateway tidak pernah dipanggil sia-sia. Hanya pada jalur ini domain bertanggung jawab atas integritas data angka.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Validate input invariants before delegating to external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internal/di/processor.go:15-18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Service Locator Menyembunyikan Dependensi Nyata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Menyuntikkan container mengikat domain pada API lookup dinamis.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Container interface { GetPaymentGateway() PaymentGateway }</a:t>
            </a:r>
            <a:br/>
            <a:br/>
            <a:r>
              <a:t>type BadProcessor struct { container Container }</a:t>
            </a:r>
            <a:br/>
            <a:br/>
            <a:r>
              <a:t>func NewBadProcessor(c Container) *BadProcessor {</a:t>
            </a:r>
            <a:br/>
            <a:r>
              <a:t>    return &amp;BadProcessor{container: c}</a:t>
            </a:r>
            <a:br/>
            <a:r>
              <a:t>}</a:t>
            </a:r>
            <a:br/>
            <a:br/>
            <a:r>
              <a:t>func (p *BadProcessor) ProcessPayment(amount int) error {</a:t>
            </a:r>
            <a:br/>
            <a:r>
              <a:t>    if amount &lt;= 0 { return errors.New("invalid amount") }</a:t>
            </a:r>
            <a:br/>
            <a:r>
              <a:t>    m := Money{Amount: amount, Currency: "USD"}</a:t>
            </a:r>
            <a:br/>
            <a:r>
              <a:t>    return p.container.GetPaymentGateway().Charge(m)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BadProcessor menerima Container alih-alih PaymentGateway. Kode tetap berjalan, tetapi bukan berarti arsitekturnya bersih: dependensi PaymentGateway tersembunyi di balik container lookup.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Injecting the container turns dependency management into opaque runtime queries.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Perbandingan Struktural DI vs Service Locator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Evaluasi keterbacaan kontrak, kemudahan testing, dan coupling API.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Dimensi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Constructor Injection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 Locator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Kontrak Signature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Eksplisit (PaymentGateway)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Opaque (Container)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Ketergantungan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Interface Domain Murni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Terikat Container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Mocking di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Inject Mock Langsung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Wajib Mock Container &amp;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Deteksi Compile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Error jika interface hilang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Bisa lolos tapi lookup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Tabel ini membandingkan dua pendekatan: DI membuat kebutuhan dependensi transparan pada konstruktor, sedangkan Service Locator memaksa pengujian membuat mock berlapis untuk container.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Prefer explicit parameters over general-purpose container lookups.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research/05-report.md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Composition Root Menjadi Titik Tunggal Perakitan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cmd/demo/main.go merakit gateway konkret dan menyuntikkannya ke prosesor.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func main() {</a:t>
            </a:r>
            <a:br/>
            <a:r>
              <a:t>    realGateway := &amp;di.RealGateway{}</a:t>
            </a:r>
            <a:br/>
            <a:br/>
            <a:r>
              <a:t>    // Constructor Injection (Bersih &amp; Eksplisit)</a:t>
            </a:r>
            <a:br/>
            <a:r>
              <a:t>    processor := di.NewProcessor(realGateway)</a:t>
            </a:r>
            <a:br/>
            <a:r>
              <a:t>    _ = processor.ProcessPayment(100)</a:t>
            </a:r>
            <a:br/>
            <a:br/>
            <a:r>
              <a:t>    // Service Locator (Anti-Pattern Demo)</a:t>
            </a:r>
            <a:br/>
            <a:r>
              <a:t>    container := &amp;SimpleContainer{gateway: realGateway}</a:t>
            </a:r>
            <a:br/>
            <a:r>
              <a:t>    badProcessor := di.NewBadProcessor(container)</a:t>
            </a:r>
            <a:br/>
            <a:r>
              <a:t>    _ = badProcessor.ProcessPayment(200)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main.go bertindak sebagai composition root. RealGateway dibuat satu kali lalu disuntikkan. Simulasi ini tidak sama dengan container enterprise kompleks; ini manual wiring murni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Keep instantiation isolated to the application entrypoint.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Double Menggantikan Infrastruktur Jaringan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MockGateway mencatat transaksi di memori tanpa panggilan HTTP.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MockGateway struct {</a:t>
            </a:r>
            <a:br/>
            <a:r>
              <a:t>    ChargedMoney di.Money</a:t>
            </a:r>
            <a:br/>
            <a:r>
              <a:t>    ShouldFail   bool</a:t>
            </a:r>
            <a:br/>
            <a:r>
              <a:t>}</a:t>
            </a:r>
            <a:br/>
            <a:br/>
            <a:r>
              <a:t>func (m *MockGateway) Charge(money di.Money) error {</a:t>
            </a:r>
            <a:br/>
            <a:r>
              <a:t>    if m.ShouldFail {</a:t>
            </a:r>
            <a:br/>
            <a:r>
              <a:t>        return errors.New("gateway unavailable")</a:t>
            </a:r>
            <a:br/>
            <a:r>
              <a:t>    }</a:t>
            </a:r>
            <a:br/>
            <a:r>
              <a:t>    m.ChargedMoney = money</a:t>
            </a:r>
            <a:br/>
            <a:r>
              <a:t>    return nil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MockGateway menggantikan RealGateway sepenuhnya saat pengujian. Variabel ShouldFail memicu simulasi error jaringan secara deterministik, namun cakupannya mengikuti test skenario sederhana ini.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Test doubles isolate business logic verification from network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tests/processor_test.go:10-23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Enam Kasus Uji PASS Termasuk Race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Pengujian membuktikan isolasi sukses, propagasi error, dan penolakan input.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=== RUN   TestProcessor_Success           --- PASS (0.00s)</a:t>
            </a:r>
            <a:br/>
            <a:r>
              <a:t>=== RUN   TestProcessor_GatewayError      --- PASS (0.00s)</a:t>
            </a:r>
            <a:br/>
            <a:r>
              <a:t>=== RUN   TestProcessor_InvalidAmount     --- PASS (0.00s)</a:t>
            </a:r>
            <a:br/>
            <a:r>
              <a:t>=== RUN   TestBadProcessor_Success        --- PASS (0.00s)</a:t>
            </a:r>
            <a:br/>
            <a:r>
              <a:t>=== RUN   TestBadProcessor_GatewayError   --- PASS (0.00s)</a:t>
            </a:r>
            <a:br/>
            <a:r>
              <a:t>=== RUN   TestBadProcessor_InvalidAmount  --- PASS (0.00s)</a:t>
            </a:r>
            <a:br/>
            <a:r>
              <a:t>PASS</a:t>
            </a:r>
            <a:br/>
            <a:r>
              <a:t>ok  github.com/lukman-ss/.../tests  1.034s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Semua 6 test suite berhasil dieksekusi dalam 0.00s per kasus tanpa dependensi eksternal. Mode -race memastikan tidak ada data race terdeteksi pada eksekusi test yang dijalankan.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Passing unit tests verify contract compliance and error handling pathways.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engineering/03-execution-result.md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 Bukti Lab: Yang Dibuktikan vs Belum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Memisahkan verifikasi interface dari klaim performa container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BATAS BUKTI RISET &amp; KODE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YANG DIBUKTIKAN: Substitusi mock tanpa sentuh domain; input invalid cegah panggilan gateway; race clean pada test.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YANG TIDAK DIBUKTIKAN: Lifecycle scope (singleton/transient); overhead performa reflection container; penurunan bug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membuktikan decouling interface dan isolasi mock. Hasil ini belum membuktikan perbandingan performa DI container otomatis berskala besar maupun pengelolaan lifecycle kompleks.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Distinguish verified unit test mechanics from broad architectural claims.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research-audit/07-verdict.md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Value Object Diinstansiasi Langsung Tanpa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Entitas data murni tanpa dependensi eksternal tidak memerlukan container.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HEURISTIK VALUE OBJECT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Money, DateTime, Address: Struktur data murni tanpa stateful network socket diinstansiasi dengan struct literal.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Bukan Standar Universal: Daftar tipe ini merupakan heuristik internal lab, bukan standar industri mutlak.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Hindari Over-Abstraction: Memasukkan value object ke dalam container hanya menambah boilerplate kosong.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Mengabstraksi semua objek ke dalam DI adalah anti-pattern over-engineering. Value object seperti Money dibuat langsung; ini bukan berarti mengorbankan prinsip decoupling arsitektur.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Instantiate pure immutable data directly; reserve DI for external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internal/di/gateway.go:8-11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Parameter Terlalu Banyak Menandakan SRP Violation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Konstruktor dengan belasan argumen mengindikasikan kelas terlalu gemuk.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DIAGNOSIS CONSTRUCTOR BLOAT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Gejala Constructor Bloat: NewService(...) menerima banyak interface; memicu konstruksi yang rapuh.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Heuristik Lab vs Realita: Batas 12 parameter adalah heuristik lab; Fowler hanya menyebut 'a lot of parameters'.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Solusi Arsitektural: Pecah kelas menjadi service lebih kecil; jangan tutup masalah dengan Service Locator.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Banyak parameter konstruktor adalah alarm bahwa kelas melanggar SRP. Mengganti konstruktor gemuk dengan container tidak otomatis menyehatkan desain; solusinya adalah refactoring service.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Decompose bloated services rather than hiding dependencies inside a locator.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content/02-master-draft.md:131-135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Rekomendasi Industri: Hindari Menginjeksi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Standar PSR-11 menegaskan container tidak boleh diteruskan ke dalam objek.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STANDAR RFC 2119 &amp; ARSITEKTUR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PSR-11: SHOULD NOT: Spesifikasi menegaskan: users SHOULD NOT pass a container into an object.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Rekomendasi Kuat: SHOULD NOT berarti rekomendasi kuat arsitektur, bukan larangan teknis (MUST NOT).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Dampak Ekosistem: Konsisten di Spring, .NET, dan Laravel: framework menginjeksi dependency spesifik.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PSR-11 melarang pengoperan container ke objek dengan klausul SHOULD NOT. Ini bukan berarti container ilegal, tetapi peringatan keras bahwa domain tidak boleh bergantung pada mekanisme lookup.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Expose specific interfaces rather than leaking the container into domain boundaries.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research/03-evidence.md:Evidence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Race Clean di Test Bukan Bukti Lifecycle Production Aman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Test suite menguji stateless injection; stateful singleton butuh sinkronisasi.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BATAS KESIMPULAN KONKURENSI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Stateless Mock Lolos: Test race bersih karena RealGateway dan MockGateway tidak berbagi mutable state.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Stateful Singleton: Production masih perlu mutex atau atomic jika dependensi menyimpan counter atau pool koneksi.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Lifecycle Management: Lab ini tidak menguji manajemen lifecycle transient vs singleton berumur panjang.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Status race-clean di test memvalidasi alur fungsi yang diuji. Namun, production masih perlu validasi konkurensi terpisah jika implementasi gateway berbagi koneksi socket atau mutable cache.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Unit test race-safety does not guarantee concurrency safety for stateful singletons.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engineering-audit/03-test-audit.md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Biaya Tersembunyi: Kapan DI Tidak Diperlukan?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Pemisahan abstraksi menambah overhead mental, tracing file, dan konfigurasi.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BIAYA DAN OVERHEAD DI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Tracing Lebih Sulit: Melihat pemanggil butuh navigasi interface; konstruksi terpisah jauh dari titik guna.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Boilerplate Tambahan: Membuat interface untuk kelas tunggal tanpa varian implementasi menambah file kosong.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Prinsip YAGNI: Jika sebuah modul tidak butuh swapping provider atau isolated test, DI tidak otomatis untung.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bukan obat mujarab gratis. Memisahkan konstruksi dari penggunaan menyulitkan tracing alur kode. Menambahkan abstraksi tidak otomatis menguntungkan jika modul tersebut tidak pernah diganti.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Apply DI where swapping or test isolation justifies the abstraction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research/05-report.md:Finding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Checklist Penerapan Dependency Injection di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Panduan langkah praktis merancang dependency injection yang aman dan bersih.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CHECKLIST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Deklarasikan dependensi sebagai interface, bukan struct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constructor injection sebagai pola bawaan (default).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Pusatkan instansiasi konkret hanya di Composition Root (main.go).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Instansiasi value object murni secara langsung tanpa kontainer.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Hindari menyuntikkan container ke dalam fungsi domain logic.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Checklist ini merangkum aturan main DI: interface pada consumer, constructor injection eksplisit, composition root tunggal, dan instansiasi langsung untuk tipe data murni.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interfaces and centralized wiring maintain long-term architectural sanity.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content/02-master-draft.md:155-166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Anti-Pattern Umum dalam Penerapan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Kesalahan umum yang sering merusak manfaat pemisahan dependensi.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HINDARI POLA INI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Container as God Object: Menjadikan container parameter umum di seluruh konstruktor kelas aplikasi.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Interface Pollution: Membuat interface 1:1 untuk setiap struct internal yang tidak memiliki varian lain.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Over-Injection Value: Menyuntikkan konfigurasi primitif atau entitas data murni ke container.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Menggunakan container sebagai god object merusak encapsulation. Menerapkan interface untuk semua struct bukan berarti sistem menjadi bersih, melainkan menciptakan interface pollution yang melelahkan.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Avoid interface pollution; abstract only across genuine architectural boundaries.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content/02-master-draft.md:135-146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di Mesin Lokal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Eksperimen dijalankan dengan Go standard library tanpa library eksternal.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labs/16-dependency-injection</a:t>
            </a:r>
            <a:br/>
            <a:r>
              <a:t>go test -v ./...    # validasi 6 skenario pengujian</a:t>
            </a:r>
            <a:br/>
            <a:r>
              <a:t>go test -race ./... # verifikasi race detector</a:t>
            </a:r>
            <a:br/>
            <a:r>
              <a:t>go run ./cmd/demo   # simulasi manual wiring &amp; locator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sepenuhnya mandiri tanpa dependensi pihak ketiga. Perintah ini menjalankan verifikasi happy path, skenario error jaringan, validasi input, serta simulasi manual wiring.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Zero-dependency implementations ensure fully reproducible technical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Kesimpulan Inti: Konstruksi Terpisah dari Penggunaan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Dependency Injection membebaskan domain dari perakitan infrastruktur.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TIGA PILAR REKAYASA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Separation of Concerns: Composition root merakit; domain mengeksekusi kontrak interface.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Testability Alami: Substitusi mock mengisolasi pengujian tanpa perlu infrastruktur jaringan nyata.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Batas Realistis: DI memperjelas kontrak dependensi, tetapi tidak otomatis menjamin kebenaran runtime.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memisahkan perakitan objek dari logika domain. Interface memungkinkan isolasi pengujian secara deterministik. Namun, DI tidak otomatis menjamin keamanan runtime tanpa validasi menyeluruh.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configuration from use; verify domain invariants at explicit boundaries.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Pemisahan konstruksi dari penggunaan adalah investasi testability dan evolusi sistem.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Constructor injection exposes dependencies; runtime safety remains the engineer's duty.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 &amp; Inversion of Control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https://github.com/lukman-ss/software-engineering-lab/tree/main/labs/16-dependency-injection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9c271ae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Dependency Injection • Inversion of Control • Go • Architecture •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