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</a:t>
            </a:r>
          </a:p>
          <a:p/>
          <a:p>
            <a:r>
              <a:t>Mental Model: Separation of configuration from use: outside world assembles, inner logic executes.</a:t>
            </a:r>
          </a:p>
          <a:p/>
          <a:p>
            <a:r>
              <a:t>[]</a:t>
            </a:r>
          </a:p>
          <a:p>
            <a:r>
              <a:t>- Dependency Graph: Composition Root (main) -&gt; Processor -&gt; PaymentGateway Interface</a:t>
            </a:r>
          </a:p>
          <a:p>
            <a:r>
              <a:t>- Contrast: Constructor Injection (Explicit) vs Service Locator (Hidden)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Infrastruktur Terkunci di Logika Bisnis</a:t>
            </a:r>
          </a:p>
          <a:p/>
          <a:p>
            <a:r>
              <a:t>Mental Model: Hard-coded dependencies fuse domain logic to external plumbing, destroying testability.</a:t>
            </a:r>
          </a:p>
          <a:p/>
          <a:p>
            <a:r>
              <a:t>[MASALAH PRODUKSI]</a:t>
            </a:r>
          </a:p>
          <a:p>
            <a:r>
              <a:t>- Tightly Coupled Code: Processor menginstansiasi RealGateway langsung di method; logika bisnis terkunci ke implementasi vendor tunggal.</a:t>
            </a:r>
          </a:p>
          <a:p>
            <a:r>
              <a:t>- Pengujian Lambat &amp; Flaky: Unit test terpaksa membuka koneksi jaringan nyata atau memerlukan mock REST API server yang lambat dan rapuh.</a:t>
            </a:r>
          </a:p>
          <a:p>
            <a:r>
              <a:t>- Ripple Effect Perubahan: Mengganti vendor payment gateway memaksa refactoring dan rekompilasi menyeluruh di seluruh lapisan consumer.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Review Manual Melewatkan Hidden Dependencies</a:t>
            </a:r>
          </a:p>
          <a:p/>
          <a:p>
            <a:r>
              <a:t>Mental Model: Service Locator hides dependencies inside methods; constructor injection makes them explicit at creation.</a:t>
            </a:r>
          </a:p>
          <a:p/>
          <a:p>
            <a:r>
              <a:t>[KELEMAHAN PENDEKATAN NAIF]</a:t>
            </a:r>
          </a:p>
          <a:p>
            <a:r>
              <a:t>- Kontrak Opaque: Signature NewBadProcessor(c Container) tidak menyatakan butuh PaymentGateway; dependensi baru terlihat di dalam baris method.</a:t>
            </a:r>
          </a:p>
          <a:p>
            <a:r>
              <a:t>- Mocking Menjadi Rumit: Test tidak bisa menyuntikkan MockGateway langsung, melainkan harus membuat MockContainer yang membungkus MockGateway.</a:t>
            </a:r>
          </a:p>
          <a:p>
            <a:r>
              <a:t>- Ledakan Runtime: Jika container lupa meregistrasikan gateway, compiler tetap lolos namun aplikasi meledak panic saat dipanggil di production.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Separation of Configuration from Use</a:t>
            </a:r>
          </a:p>
          <a:p/>
          <a:p>
            <a:r>
              <a:t>Mental Model: Assemble the graph once at startup; execute pure business logic during runtime.</a:t>
            </a:r>
          </a:p>
          <a:p/>
          <a:p>
            <a:r>
              <a:t>[DUA FASE TERISOLASI]</a:t>
            </a:r>
          </a:p>
          <a:p>
            <a:r>
              <a:t>- Fase Konfigurasi (Composition Root) (main.go / Assembler): Bertanggung jawab membuat objek konkret (RealGateway), merakit relasi, dan menginjeksikan ke consumer.</a:t>
            </a:r>
          </a:p>
          <a:p>
            <a:r>
              <a:t>- Fase Penggunaan (Domain Execution) (Processor (Business Service)): Hanya menerima PaymentGateway via interface; mengeksekusi ProcessPayment tanpa tahu kelas konkret di baliknya.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Pipeline Alur Eksekusi Dependency Injection</a:t>
            </a:r>
          </a:p>
          <a:p/>
          <a:p>
            <a:r>
              <a:t>Mental Model: Separate configuration from use: simple linear stages create decoupled architecture.</a:t>
            </a:r>
          </a:p>
          <a:p/>
          <a:p>
            <a:r>
              <a:t>[]</a:t>
            </a:r>
          </a:p>
          <a:p>
            <a:r>
              <a:t>- cmd/demo/main.go | Composition Root inisialisasi RealGateway</a:t>
            </a:r>
          </a:p>
          <a:p>
            <a:r>
              <a:t>- di.NewProcessor(gateway) | Konstruktor menerima kontrak PaymentGateway</a:t>
            </a:r>
          </a:p>
          <a:p>
            <a:r>
              <a:t>- processor.ProcessPayment(100) | Validasi input amount &lt;= 0 &amp; buat Money</a:t>
            </a:r>
          </a:p>
          <a:p>
            <a:r>
              <a:t>- gateway.Charge(Money) | Delegasi eksekusi ke implementasi konkret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Constructor Injection: Valid State at Birth</a:t>
            </a:r>
          </a:p>
          <a:p/>
          <a:p>
            <a:r>
              <a:t>Mental Model: Explicit constructor parameters enforce immutable, valid instances at creation time.</a:t>
            </a:r>
          </a:p>
          <a:p/>
          <a:p>
            <a:r>
              <a:t>[INTERNAL/DI/PROCESSOR.GO]</a:t>
            </a:r>
          </a:p>
          <a:p>
            <a:r>
              <a:t>- type Processor struct {</a:t>
            </a:r>
          </a:p>
          <a:p>
            <a:r>
              <a:t>-     gateway PaymentGateway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NewProcessor(g PaymentGateway) *Processor {</a:t>
            </a:r>
          </a:p>
          <a:p>
            <a:r>
              <a:t>-     return &amp;Processor{gateway: g}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Failure Path: Pencegahan Eksekusi I/O Sia-sia</a:t>
            </a:r>
          </a:p>
          <a:p/>
          <a:p>
            <a:r>
              <a:t>Mental Model: Validate at domain boundary; never leak invalid data into infrastructure calls.</a:t>
            </a:r>
          </a:p>
          <a:p/>
          <a:p>
            <a:r>
              <a:t>[]</a:t>
            </a:r>
          </a:p>
          <a:p>
            <a:r>
              <a:t>- Input Transaksi | amount = -10 (invalid input)</a:t>
            </a:r>
          </a:p>
          <a:p>
            <a:r>
              <a:t>- Processor Pre-check | if amount &lt;= 0 { return error }</a:t>
            </a:r>
          </a:p>
          <a:p>
            <a:r>
              <a:t>- Short-Circuit Exit | Return errors.New("invalid amount")</a:t>
            </a:r>
          </a:p>
          <a:p>
            <a:r>
              <a:t>- Infrastruktur Aman | gateway.Charge() tidak pernah dipanggil (Amount = 0)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Tabel Evaluasi Mekanisme Dependensi</a:t>
            </a:r>
          </a:p>
          <a:p/>
          <a:p>
            <a:r>
              <a:t>Mental Model: Constructor injection provides compiler-enforced transparency; service locator delays failures to runtime.</a:t>
            </a:r>
          </a:p>
          <a:p/>
          <a:p>
            <a:r>
              <a:t>[MATRIKS ARSITEKTUR DEPENDENSI]</a:t>
            </a:r>
          </a:p>
          <a:p>
            <a:r>
              <a:t>- Kriteria | Hard-Coded New | Service Locator | Constructor Injection</a:t>
            </a:r>
          </a:p>
          <a:p>
            <a:r>
              <a:t>- Transparansi Kontrak | Tertutup di method | Tertutup di container | Terbuka di constructor</a:t>
            </a:r>
          </a:p>
          <a:p>
            <a:r>
              <a:t>- Validasi Compiler | Kuat (tipe konkret) | Lemah (runtime get) | Sangat Kuat (interface)</a:t>
            </a:r>
          </a:p>
          <a:p>
            <a:r>
              <a:t>- Kompleksitas Test | Sangat tinggi (mock I/O) | Sedang (mock container) | Minimal (mock interface)</a:t>
            </a:r>
          </a:p>
          <a:p>
            <a:r>
              <a:t>- Standar Industri | Anti-pattern monolit | PSR-11: SHOULD NOT | Rekomendasi Fowler / Default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Tiga Keputusan Desain Dependensi</a:t>
            </a:r>
          </a:p>
          <a:p/>
          <a:p>
            <a:r>
              <a:t>Mental Model: Interface external boundaries, inject at constructors, instantiate value objects directly.</a:t>
            </a:r>
          </a:p>
          <a:p/>
          <a:p>
            <a:r>
              <a:t>[DECISION SEQUENCE]</a:t>
            </a:r>
          </a:p>
          <a:p>
            <a:r>
              <a:t>- Program to Interface: Definisikan PaymentGateway Charge(Money) error untuk mengabstraksi seluruh varian vendor pembayaran.</a:t>
            </a:r>
          </a:p>
          <a:p>
            <a:r>
              <a:t>- Explicit Dependencies: Tolak Service Locator; oper PaymentGateway langsung ke konstruktor NewProcessor.</a:t>
            </a:r>
          </a:p>
          <a:p>
            <a:r>
              <a:t>- Exempt Pure Data: Instansiasi Money{Amount, Currency} langsung tanpa DI container karena tidak memiliki efek I/O.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Output Demo: Eksekusi Dua Pendekatan</a:t>
            </a:r>
          </a:p>
          <a:p/>
          <a:p>
            <a:r>
              <a:t>Mental Model: Functional equivalence in execution; architectural superiority in isolation.</a:t>
            </a:r>
          </a:p>
          <a:p/>
          <a:p>
            <a:r>
              <a:t>[TERMINAL DEMO OUTPUT]</a:t>
            </a:r>
          </a:p>
          <a:p>
            <a:r>
              <a:t>- $ go run ./cmd/demo</a:t>
            </a:r>
          </a:p>
          <a:p>
            <a:r>
              <a:t>- --- Running Constructor Injection ---</a:t>
            </a:r>
          </a:p>
          <a:p>
            <a:r>
              <a:t>- RealGateway charging 100 USD</a:t>
            </a:r>
          </a:p>
          <a:p>
            <a:r>
              <a:t>- --- Running Service Locator ---</a:t>
            </a:r>
          </a:p>
          <a:p>
            <a:r>
              <a:t>- RealGateway charging 200 USD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Batasan Bukti: Cakupan Verifikasi Lab</a:t>
            </a:r>
          </a:p>
          <a:p/>
          <a:p>
            <a:r>
              <a:t>Mental Model: Tests verify isolation and contract adherence, not ecosystem-scale lifecycle management.</a:t>
            </a:r>
          </a:p>
          <a:p/>
          <a:p>
            <a:r>
              <a:t>[YANG TERBUKTI DI LAB]</a:t>
            </a:r>
          </a:p>
          <a:p>
            <a:r>
              <a:t>- MockGateway mengisolasi Processor 100% tanpa jaringan.</a:t>
            </a:r>
          </a:p>
          <a:p>
            <a:r>
              <a:t>- Validasi pre-check mencegah pemanggilan gateway.</a:t>
            </a:r>
          </a:p>
          <a:p>
            <a:r>
              <a:t>- Error gateway dipropagasikan utuh ke caller.</a:t>
            </a:r>
          </a:p>
          <a:p>
            <a:r>
              <a:t>- Race detector bersih tanpa data race.</a:t>
            </a:r>
          </a:p>
          <a:p>
            <a:r>
              <a:t>[YANG TIDAK DIBUKTIKAN]</a:t>
            </a:r>
          </a:p>
          <a:p>
            <a:r>
              <a:t>- Overhead performa container vs direct instantiation.</a:t>
            </a:r>
          </a:p>
          <a:p>
            <a:r>
              <a:t>- Korelasi penurunan angka bug/defect di tim engineering.</a:t>
            </a:r>
          </a:p>
          <a:p>
            <a:r>
              <a:t>- Lifecycle manajemen (Singleton, Scoped, Transient).</a:t>
            </a:r>
          </a:p>
          <a:p>
            <a:r>
              <a:t>- Efektivitas DI framework otomatis (Wire, Dig) skala besar.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Trade-off: Kontrol Bersih vs Biaya Boilerplate</a:t>
            </a:r>
          </a:p>
          <a:p/>
          <a:p>
            <a:r>
              <a:t>Mental Model: Every decoupled boundary trades runtime simplicity for construction ceremony.</a:t>
            </a:r>
          </a:p>
          <a:p/>
          <a:p>
            <a:r>
              <a:t>[KEUNTUNGAN DIPEROLEH]</a:t>
            </a:r>
          </a:p>
          <a:p>
            <a:r>
              <a:t>- Isolasi total: unit test berjalan cepat dalam orde mikrodetik.</a:t>
            </a:r>
          </a:p>
          <a:p>
            <a:r>
              <a:t>- Vendor agnostic: ganti gateway tanpa sentuh logika bisnis.</a:t>
            </a:r>
          </a:p>
          <a:p>
            <a:r>
              <a:t>- Immutabilitas: dependensi tidak dapat diganti sembarangan di runtime.</a:t>
            </a:r>
          </a:p>
          <a:p>
            <a:r>
              <a:t>[KONSEKUENSI DIHADAPI]</a:t>
            </a:r>
          </a:p>
          <a:p>
            <a:r>
              <a:t>- Manual wiring menambah baris inisialisasi di composition root.</a:t>
            </a:r>
          </a:p>
          <a:p>
            <a:r>
              <a:t>- Tracing alur kode memerlukan navigasi antarmuka interface.</a:t>
            </a:r>
          </a:p>
          <a:p>
            <a:r>
              <a:t>- Risiko constructor bloat jika kelas melanggar Single Responsibility.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Pipeline Validasi &amp; Thread-Safety</a:t>
            </a:r>
          </a:p>
          <a:p/>
          <a:p>
            <a:r>
              <a:t>Mental Model: Immutable dependency references make services inherently safe for concurrent execution.</a:t>
            </a:r>
          </a:p>
          <a:p/>
          <a:p>
            <a:r>
              <a:t>[]</a:t>
            </a:r>
          </a:p>
          <a:p>
            <a:r>
              <a:t>- Goroutine Request | Panggilan concurrent ke ProcessPayment(amount)</a:t>
            </a:r>
          </a:p>
          <a:p>
            <a:r>
              <a:t>- Pure Pre-Validation | amount &lt;= 0 dicek tanpa mutasi shared state</a:t>
            </a:r>
          </a:p>
          <a:p>
            <a:r>
              <a:t>- Value Object Build | Money{Amount, Currency} dialokasikan per request</a:t>
            </a:r>
          </a:p>
          <a:p>
            <a:r>
              <a:t>- Thread-Safe Charge | Gateway dieksekusi secara aman (Race Clean)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Sebelum vs Sesudah Penerapan DI</a:t>
            </a:r>
          </a:p>
          <a:p/>
          <a:p>
            <a:r>
              <a:t>Mental Model: Decoupled interfaces turn brittle integration tests into ultra-fast deterministic unit tests.</a:t>
            </a:r>
          </a:p>
          <a:p/>
          <a:p>
            <a:r>
              <a:t>[SEBELUM: TIGHTLY COUPLED]</a:t>
            </a:r>
          </a:p>
          <a:p>
            <a:r>
              <a:t>- Processor memanggil new RealGateway() secara internal.</a:t>
            </a:r>
          </a:p>
          <a:p>
            <a:r>
              <a:t>- Unit test terpaksa menghubungi server gateway nyata.</a:t>
            </a:r>
          </a:p>
          <a:p>
            <a:r>
              <a:t>- Pergantian vendor menuntut perubahan di logika bisnis.</a:t>
            </a:r>
          </a:p>
          <a:p>
            <a:r>
              <a:t>- Sulit menguji skenario kegagalan jaringan secara deterministik.</a:t>
            </a:r>
          </a:p>
          <a:p>
            <a:r>
              <a:t>[SESUDAH: CONSTRUCTOR INJECTION]</a:t>
            </a:r>
          </a:p>
          <a:p>
            <a:r>
              <a:t>- Processor menerima PaymentGateway via NewProcessor.</a:t>
            </a:r>
          </a:p>
          <a:p>
            <a:r>
              <a:t>- Unit test menyuntikkan MockGateway tanpa sentuh jaringan.</a:t>
            </a:r>
          </a:p>
          <a:p>
            <a:r>
              <a:t>- Pergantian vendor hanya mengubah satu baris di main.go.</a:t>
            </a:r>
          </a:p>
          <a:p>
            <a:r>
              <a:t>- Skenario kegagalan gateway dapat diuji deterministik 100%.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Test Suite 01: Verifikasi Happy Path Terisolasi</a:t>
            </a:r>
          </a:p>
          <a:p/>
          <a:p>
            <a:r>
              <a:t>Mental Model: Mock substitution proves delegation accuracy without touching concrete infrastructure.</a:t>
            </a:r>
          </a:p>
          <a:p/>
          <a:p>
            <a:r>
              <a:t>[VERIFIKASI SUKSES]</a:t>
            </a:r>
          </a:p>
          <a:p>
            <a:r>
              <a:t>- Substitusi Bersih: mock := &amp;MockGateway{} disuntikkan ke NewProcessor(mock); tidak ada panggilan TCP atau setup database.</a:t>
            </a:r>
          </a:p>
          <a:p>
            <a:r>
              <a:t>- Validasi Status Mutasi: mock.ChargedMoney mencatat persis Amount: 50 dan Currency: 'USD' setelah ProcessPayment(50) berhasil.</a:t>
            </a:r>
          </a:p>
          <a:p>
            <a:r>
              <a:t>- Zero-Latency Run: Eksekusi test selesai dalam 0.00s deterministik, bebas dari network flakiness atau rate-limit vendor.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Test Suite 02: Propagasi Kegagalan Gateway</a:t>
            </a:r>
          </a:p>
          <a:p/>
          <a:p>
            <a:r>
              <a:t>Mental Model: Deterministic error simulation verifies resilient error propagation paths.</a:t>
            </a:r>
          </a:p>
          <a:p/>
          <a:p>
            <a:r>
              <a:t>[VERIFIKASI PROPAGASI ERROR]</a:t>
            </a:r>
          </a:p>
          <a:p>
            <a:r>
              <a:t>- Simulasi Down Time: MockGateway dengan ShouldFail: true mensimulasikan kondisi 'gateway unavailable' secara instan.</a:t>
            </a:r>
          </a:p>
          <a:p>
            <a:r>
              <a:t>- Error Forwarding: Processor mengembalikan error gateway langsung ke caller tanpa menelan (swallow) pesan kesalahan.</a:t>
            </a:r>
          </a:p>
          <a:p>
            <a:r>
              <a:t>- Audit Integritas: Caller menerima sinyal kegagalan deterministik untuk memicu mekanisme retry atau fallback otomatis.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Test Suite 03: Short-Circuit Invalid Amount</a:t>
            </a:r>
          </a:p>
          <a:p/>
          <a:p>
            <a:r>
              <a:t>Mental Model: Asserting zero interaction with downstream services proves boundary validation effectiveness.</a:t>
            </a:r>
          </a:p>
          <a:p/>
          <a:p>
            <a:r>
              <a:t>[VERIFIKASI SHORT-CIRCUIT]</a:t>
            </a:r>
          </a:p>
          <a:p>
            <a:r>
              <a:t>- Input Negatif / Nol: ProcessPayment(-10) menghasilkan error 'invalid amount' seketika pada boundary validasi.</a:t>
            </a:r>
          </a:p>
          <a:p>
            <a:r>
              <a:t>- Assertion Gateway Call: Assertion mock.ChargedMoney.Amount == 0 membuktikan Charge() tidak pernah disentuh sama sekali.</a:t>
            </a:r>
          </a:p>
          <a:p>
            <a:r>
              <a:t>- Cost &amp; Traffic Saving: Mencegah overhead biaya API call vendor dan transmisi data yang ditakdirkan gagal sejak awal.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Desain Rasional: Value Object Bebas DI</a:t>
            </a:r>
          </a:p>
          <a:p/>
          <a:p>
            <a:r>
              <a:t>Mental Model: Inject services that cross boundaries; instantiate pure value objects directly.</a:t>
            </a:r>
          </a:p>
          <a:p/>
          <a:p>
            <a:r>
              <a:t>[PRINSIP VALUE OBJECT]</a:t>
            </a:r>
          </a:p>
          <a:p>
            <a:r>
              <a:t>- Data Murni Tanpa Efek: Struct Money{Amount, Currency} tidak berinteraksi dengan database, network, atau state eksternal.</a:t>
            </a:r>
          </a:p>
          <a:p>
            <a:r>
              <a:t>- Bahaya Over-Injection: Memasukkan struct data ke dalam container DI menambah layer indirection tanpa keuntungan testability.</a:t>
            </a:r>
          </a:p>
          <a:p>
            <a:r>
              <a:t>- Heuristik Desain: Gunakan DI untuk Service ber-efek samping (I/O); gunakan direct instantiation untuk data value murni.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Bahaya Service Locator: PSR-11 Warning</a:t>
            </a:r>
          </a:p>
          <a:p/>
          <a:p>
            <a:r>
              <a:t>Mental Model: Passing a container to domain logic replaces one tight coupling with an even broader one.</a:t>
            </a:r>
          </a:p>
          <a:p/>
          <a:p>
            <a:r>
              <a:t>[DAMPAK NEGATIF SERVICE LOCATOR]</a:t>
            </a:r>
          </a:p>
          <a:p>
            <a:r>
              <a:t>- Pelanggaran PSR-11: Standar PHP-FIG PSR-11 menegaskan: 'Users SHOULD NOT pass a container into an object'.</a:t>
            </a:r>
          </a:p>
          <a:p>
            <a:r>
              <a:t>- Double-Mocking Overhead: Pengujian BadProcessor mewajibkan pembuatan MockContainer hanya untuk mengembalikan MockGateway.</a:t>
            </a:r>
          </a:p>
          <a:p>
            <a:r>
              <a:t>- Kopling ke API Container: Kelas bisnis menjadi terikat pada method GetPaymentGateway() milik container, bukan antarmuka generik.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Checklist Adopsi Dependency Injection</a:t>
            </a:r>
          </a:p>
          <a:p/>
          <a:p>
            <a:r>
              <a:t>Mental Model: Follow a disciplined checklist to keep architectural boundaries clean and tests fast.</a:t>
            </a:r>
          </a:p>
          <a:p/>
          <a:p>
            <a:r>
              <a:t>[CHECKLIST ARSITEKTUR]</a:t>
            </a:r>
          </a:p>
          <a:p>
            <a:r>
              <a:t>- Deklarasikan dependensi sebagai interface, bukan tipe struct konkret.</a:t>
            </a:r>
          </a:p>
          <a:p>
            <a:r>
              <a:t>- Gunakan Constructor Injection sebagai standar default; tolak setter opsional.</a:t>
            </a:r>
          </a:p>
          <a:p>
            <a:r>
              <a:t>- Pusatkan instansiasi objek konkret hanya pada Composition Root (main.go).</a:t>
            </a:r>
          </a:p>
          <a:p>
            <a:r>
              <a:t>- Jangan pernah mengoper Container atau Service Locator ke dalam domain logic.</a:t>
            </a:r>
          </a:p>
          <a:p>
            <a:r>
              <a:t>- Instansiasi struct data murni (Value Objects) langsung tanpa melalui DI.</a:t>
            </a:r>
          </a:p>
          <a:p>
            <a:r>
              <a:t>- Pastikan setiap method bisnis memiliki unit test dengan test double terisolasi.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Tiga Anti-Pattern Umum Seputar DI</a:t>
            </a:r>
          </a:p>
          <a:p/>
          <a:p>
            <a:r>
              <a:t>Mental Model: Constructor bloat is a design warning: split the class, don't hide the bloat in a container.</a:t>
            </a:r>
          </a:p>
          <a:p/>
          <a:p>
            <a:r>
              <a:t>[ANTI-PATTERN UTAMA]</a:t>
            </a:r>
          </a:p>
          <a:p>
            <a:r>
              <a:t>- Constructor Bloat: Konstruktor dengan belasan parameter adalah sinyal kuat pelanggaran Single Responsibility (SRP).</a:t>
            </a:r>
          </a:p>
          <a:p>
            <a:r>
              <a:t>- Service Locator Disguise: Membungkus dependensi ke dalam satu Map atau Container serbaguna demi menyederhanakan signature ctor.</a:t>
            </a:r>
          </a:p>
          <a:p>
            <a:r>
              <a:t>- Over-Abstracting Everything: Membuat interface untuk setiap kelas tanpa pernah memiliki lebih dari satu implementasi atau kebutuhan mock.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Suite Pengujian</a:t>
            </a:r>
          </a:p>
          <a:p/>
          <a:p>
            <a:r>
              <a:t>Mental Model: Zero-dependency standard tests guarantee instant, reproducible verification anywhere.</a:t>
            </a:r>
          </a:p>
          <a:p/>
          <a:p>
            <a:r>
              <a:t>[COMMAND RUNNER (GO 1.22+)]</a:t>
            </a:r>
          </a:p>
          <a:p>
            <a:r>
              <a:t>- cd labs/16-dependency-injection</a:t>
            </a:r>
          </a:p>
          <a:p>
            <a:r>
              <a:t>- go test -v ./...       # Verifikasi 6 skenario test suite</a:t>
            </a:r>
          </a:p>
          <a:p>
            <a:r>
              <a:t>- go test -race ./...    # Verifikasi thread-safety zero data race</a:t>
            </a:r>
          </a:p>
          <a:p>
            <a:r>
              <a:t>- go run ./cmd/demo      # Eksekusi demo komparasi Ctor vs Locator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Arsitektur: Hollywood Principle</a:t>
            </a:r>
          </a:p>
          <a:p/>
          <a:p>
            <a:r>
              <a:t>Mental Model: Invert the control of construction to protect domain logic from infrastructure churn.</a:t>
            </a:r>
          </a:p>
          <a:p/>
          <a:p>
            <a:r>
              <a:t>[PRINSIP REKAYASA PERANGKAT LUNAK]</a:t>
            </a:r>
          </a:p>
          <a:p>
            <a:r>
              <a:t>- Inversion of Control: Logika bisnis fokus mengeksekusi use case; framework/assembler yang menyediakan instrumen.</a:t>
            </a:r>
          </a:p>
          <a:p>
            <a:r>
              <a:t>- Program to Interfaces: Modul tingkat tinggi tidak boleh bergantung pada modul tingkat rendah.</a:t>
            </a:r>
          </a:p>
          <a:p>
            <a:r>
              <a:t>- Evolvability: Kemampuan menukar provider atau infrastruktur tanpa memicu modifikasi pada logika inti domain.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Pisahkan perakitan dari pemakaian; isolasi logika dari infrastruktur.</a:t>
            </a:r>
          </a:p>
          <a:p/>
          <a:p>
            <a:r>
              <a:t>Mental Model: Separate configuration from use: outside world assembles, inner logic executes.</a:t>
            </a:r>
          </a:p>
          <a:p/>
          <a:p>
            <a:r>
              <a:t>[MODUL LAB 16]</a:t>
            </a:r>
          </a:p>
          <a:p>
            <a:r>
              <a:t>- internal/di/processor.go • internal/di/gateway.go • internal/di/locator.go</a:t>
            </a:r>
          </a:p>
          <a:p>
            <a:r>
              <a:t>- cmd/demo/main.go • tests/processor_test.go • content/02-master-draft.md</a:t>
            </a:r>
          </a:p>
          <a:p>
            <a:r>
              <a:t>[VERIFIKASI &amp; STATUS]</a:t>
            </a:r>
          </a:p>
          <a:p>
            <a:r>
              <a:t>- Commit: 8678a90 | Go 1.22 Standard Library</a:t>
            </a:r>
          </a:p>
          <a:p>
            <a:r>
              <a:t>- Test Suite: 6 cases passing, 0 failures, 100% deterministic.</a:t>
            </a:r>
          </a:p>
          <a:p>
            <a:r>
              <a:t>- Race Detector: Clean pass (go test -race ./...)</a:t>
            </a:r>
          </a:p>
          <a:p>
            <a:r>
              <a:t>- Repository: https://github.com/lukman-ss/software-engineering-lab/tree/main/labs/16-dependency-injection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Memisahkan Konfigurasi dari Penggunaan untuk Testability &amp; Evolvability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Infrastruktur Terkunci di Logika Bisnis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Ketika modul bisnis membuat dependensinya sendiri, isolasi dan pengujian runtuh.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MASALAH PRODUKSI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Tightly Coupled Code: Processor menginstansiasi RealGateway langsung di method; logika bisnis terkunci ke implementasi vendor tunggal.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Pengujian Lambat &amp; Flaky: Unit test terpaksa membuka koneksi jaringan nyata atau memerlukan mock REST API server yang lambat dan rapuh.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Ripple Effect Perubahan: Mengganti vendor payment gateway memaksa refactoring dan rekompilasi menyeluruh di seluruh lapisan consumer.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Kopling keras antara logika domain dan implementasi infrastruktur merusak evolvability sistem. Pengujian unit menjadi mustahil dilakukan secara murni tanpa network overhead.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Hard-coded dependencies fuse domain logic to external plumbing, destroying testability.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Review Manual Melewatkan Hidden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Service Locator tampak bersih di permukaan namun menyembunyikan kontrak asli.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KELEMAHAN PENDEKATAN NAIF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Kontrak Opaque: Signature NewBadProcessor(c Container) tidak menyatakan butuh PaymentGateway; dependensi baru terlihat di dalam baris method.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Mocking Menjadi Rumit: Test tidak bisa menyuntikkan MockGateway langsung, melainkan harus membuat MockContainer yang membungkus MockGateway.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Ledakan Runtime: Jika container lupa meregistrasikan gateway, compiler tetap lolos namun aplikasi meledak panic saat dipanggil di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Reviewer manusia melihat parameter Container dan menganggap modularitas tercapai. Faktanya, Service Locator hanya memindahkan kopling dari compile-time ke runtime.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 Locator hides dependencies inside methods; constructor injection makes them explicit at creation.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Separation of Configuration from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Fowler: fase perakitan objek terpisah total dari fase eksekusi logika bisnis.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DUA FASE TERISOLASI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Fase Konfigurasi (Composition Root) (main.go / Assembler): Bertanggung jawab membuat objek konkret (RealGateway), merakit relasi, dan menginjeksikan ke consumer.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Fase Penggunaan (Domain Execution) (Processor (Business Service)): Hanya menerima PaymentGateway via interface; mengeksekusi ProcessPayment tanpa tahu kelas konkret di baliknya.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Prinsip paling fundamental dari DI bukanlah framework atau container, melainkan pemisahan waktu pembuatan objek dari waktu penggunaan objek.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Assemble the graph once at startup; execute pure business logic during runtime.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Alur Eksekusi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Dari entry point aplikasi hingga eksekusi infrastruktur terabstraksi.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cmd/demo/main.go | Composition Root inisialisasi RealGateway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di.NewProcessor(gateway) | Konstruktor menerima kontrak PaymentGateway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processor.ProcessPayment(100) | Validasi input amount &lt;= 0 &amp; buat Money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gateway.Charge(Money) | Delegasi eksekusi ke implementasi konkret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Pipeline memperlihatkan batasan tanggung jawab yang jelas: composition root menangani konstruksi, processor menangani validasi, dan gateway menangani charge.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configuration from use: simple linear stages create decoupled architecture.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Constructor Injection: Valid State at Birth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Field unexported, dependensi eksplisit, dan objek dijamin lengkap.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Processor struct {</a:t>
            </a:r>
            <a:br/>
            <a:r>
              <a:t>    gateway PaymentGateway</a:t>
            </a:r>
            <a:br/>
            <a:r>
              <a:t>}</a:t>
            </a:r>
            <a:br/>
            <a:br/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Dengan Constructor Injection, Processor tidak mungkin dibuat dalam keadaan setengah matang. Signature constructor menyatakan secara gamblang apa yang dibutuhkan.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constructor parameters enforce immutable, valid instances at creation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internal/di/processor.go:6-13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Failure Path: Pencegahan Eksekusi I/O Sia-sia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Validasi domain memotong eksekusi sebelum memanggil payment gateway.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Input Transaksi | amount = -10 (invalid input)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Pre-check | if amount &lt;= 0 { return error }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Short-Circuit Exit | Return errors.New("invalid amount")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Infrastruktur Aman | gateway.Charge() tidak pernah dipanggil (Amount = 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tidak menghilangkan kebutuhan validasi. Pre-check di Processor memastikan gateway tidak pernah dipanggil ketika parameter bisnis tidak valid.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Validate at domain boundary; never leak invalid data into infrastructure calls.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internal/di/processor.go:15-21 • tests/processor_test.go:47-59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Tabel Evaluasi Mekanisme Dependensi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Perbandingan struktural antara Constructor Injection, Service Locator, dan Hard-Coded.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Kriteria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Hard-Coded New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 Locator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Constructor Injection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Transparansi Kontrak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Tertutup di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Tertutup di 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Terbuka di constructor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Validasi Compiler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Kuat (tipe konkret)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Lemah (runtime 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Sangat Kuat (interface)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Kompleksitas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Sangat tinggi (mock I/O)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Sedang (mock container)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Minimal (mock interface)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Standar Industri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Anti-pattern monolit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PSR-11: SHOULD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Rekomendasi Fowler /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Constructor injection memberikan kombinasi terbaik: dependensi terlihat transparan, compiler memvalidasi pemenuhan interface, dan test double dapat diinjeksi tanpa overhead.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injection provides compiler-enforced transparency; service locator delays failures to runtime.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Tiga Keputusan Desain Dependensi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Urutan keputusan arsitektur untuk menjaga kemurnian boundary sistem.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DECISION SEQUENCE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Program to Interface: Definisikan PaymentGateway Charge(Money) error untuk mengabstraksi seluruh varian vendor pembayaran.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Explicit Dependencies: Tolak Service Locator; oper PaymentGateway langsung ke konstruktor NewProcessor.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Exempt Pure Data: Instansiasi Money{Amount, Currency} langsung tanpa DI container karena tidak memiliki efek I/O.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Keputusan ini memastikan bahwa abstraksi hanya diterapkan pada batas sistem eksternal, sementara struktur data murni tetap ringan tanpa beban overhead 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Interface external boundaries, inject at constructors, instantiate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Output Demo: Eksekusi Dua Pendekatan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Hasil run membuktikan kesamaan fungsional dengan perbedaan struktural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$ go run ./cmd/demo</a:t>
            </a:r>
            <a:br/>
            <a:r>
              <a:t>--- Running Constructor Injection ---</a:t>
            </a:r>
            <a:br/>
            <a:r>
              <a:t>RealGateway charging 100 USD</a:t>
            </a:r>
            <a:br/>
            <a:r>
              <a:t>--- Running Service Locator ---</a:t>
            </a:r>
            <a:br/>
            <a:r>
              <a:t>RealGateway charging 200 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Demo membuktikan bahwa kedua pola berhasil mendistribusikan pembayaran ke RealGateway, namun Constructor Injection mencapai hasil ini tanpa keterikatan pada API container.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Functional equivalence in execution; architectural superiority in isolation.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Batasan Bukti: Cakupan Verifikasi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Memisahkan fakta terverifikasi laboratorium dari asumsi ekosistem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TERBUKTI DI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MockGateway mengisolasi Processor 100% tanpa jaringan.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Validasi pre-check mencegah pemanggilan 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Error gateway dipropagasikan utuh ke caller.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Race detector bersih tanpa data race.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YANG TIDAK DIBUKTIKAN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Overhead performa container vs direct instantiation.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Korelasi penurunan angka bug/defect di tim engineering.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Lifecycle manajemen (Singleton, Scoped, Transient).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Efektivitas DI framework otomatis (Wire, Dig) skala besar.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membuktikan keunggulan struktural dan kemudahan pengujian unit. Lab tidak mengukur klaim performa runtime microbenchmark atau lifecycle container tingkat lanjut.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Tests verify isolation and contract adherence, not ecosystem-scale lifecycle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content/01-content-brief.md • engineering-audit/05-gaps.md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Trade-off: Kontrol Bersih vs Biaya Boilerplate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Keuntungan modularitas harus dibayar dengan disiplin perakitan dependensi.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KEUNTUNGAN DIPEROLEH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Isolasi total: unit test berjalan cepat dalam orde mikrodetik.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Vendor agnostic: ganti gateway tanpa sentuh logika bisnis.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Immutabilitas: dependensi tidak dapat diganti sembarangan di runtime.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KONSEKUENSI DIHADAPI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Manual wiring menambah baris inisialisasi di composition root.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Tracing alur kode memerlukan navigasi antarmuka interface.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Risiko constructor bloat jika kelas melanggar Single Responsibility.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bukan solusi tanpa biaya. Keuntungan testability dan fleksibilitas harus diimbangi dengan kehati-hatian agar constructor tidak membengkak karena service terlalu besar.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Every decoupled boundary trades runtime simplicity for construction ceremony.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Validasi &amp; Thread-Safety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Processor berstatus stateless dan aman dieksekusi lintas goroutine paralel.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Goroutine Request | Panggilan concurrent ke ProcessPayment(amount)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Pure Pre-Validation | amount &lt;= 0 dicek tanpa mutasi shared state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Value Object Build | Money{Amount, Currency} dialokasikan per request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Thread-Safe Charge | Gateway dieksekusi secara aman (Race 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Karena Processor tidak menyimpan state yang dapat dimutasi (hanya menyimpan reference interface gateway yang stateless), pemrosesan pembayaran bebas dari race condition.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Immutable dependency references make services inherently safe for concurrent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 • 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vs Sesudah Penerapan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Transformasi kode rapuh menjadi komponen yang teruji dan adaptif.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SEBELUM: TIGHTLY COUPLED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memanggil new RealGateway() secara internal.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Unit test terpaksa menghubungi server gateway nyata.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Pergantian vendor menuntut perubahan di logika bisnis.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Sulit menguji skenario kegagalan jaringan secara deterministik.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SESUDAH: CONSTRUCTOR INJECTION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menerima PaymentGateway via NewProcessor.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Unit test menyuntikkan MockGateway tanpa sentuh jaringan.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Pergantian vendor hanya mengubah satu baris di main.go.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Skenario kegagalan gateway dapat diuji deterministik 100%.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Sebelumnya, setiap pengujian bergantung pada kestabilan koneksi internet ke vendor. Sesudah DI, seluruh skenario ekstrim dapat disimulasikan seketika di memori lokal.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Decoupled interfaces turn brittle integration tests into ultra-fast deterministic unit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 • 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Suite 01: Verifikasi Happy Path Terisolasi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Pengujian mengeksekusi transfer 50 USD tanpa membuka koneksi jaringan.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VERIFIKASI SUKSES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Substitusi Bersih: mock := &amp;MockGateway{} disuntikkan ke NewProcessor(mock); tidak ada panggilan TCP atau setup database.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Validasi Status Mutasi: mock.ChargedMoney mencatat persis Amount: 50 dan Currency: 'USD' setelah ProcessPayment(50) berhasil.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Zero-Latency Run: Eksekusi test selesai dalam 0.00s deterministik, bebas dari network flakiness atau rate-limit vendor.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happy path membuktikan bahwa Processor mendelegasikan data secara akurat ke gateway tanpa perlu mengetahui implementasi di belakang interface.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Mock substitution proves delegation accuracy without touching concrete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tests/processor_test.go:23-35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Suite 02: Propagasi Kegagalan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Memverifikasi error dari infrastruktur diteruskan utuh tanpa ditelan.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VERIFIKASI PROPAGASI ERROR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Simulasi Down Time: MockGateway dengan ShouldFail: true mensimulasikan kondisi 'gateway unavailable' secara instan.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Error Forwarding: Processor mengembalikan error gateway langsung ke caller tanpa menelan (swallow) pesan kesalahan.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Audit Integritas: Caller menerima sinyal kegagalan deterministik untuk memicu mekanisme retry atau fallback otomatis.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Menguji kegagalan gateway pada arsitektur tightly coupled sangat sulit. Dengan DI, kegagalan vendor dapat disimulasikan hanya dengan mengaktifkan flag pada test double.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Deterministic error simulation verifies resilient error propagation paths.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tests/processor_test.go:37-45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Suite 03: Short-Circuit Invalid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Memastikan gateway tidak pernah dipanggil jika parameter nominal salah.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VERIFIKASI SHORT-CIRCUIT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Input Negatif / Nol: ProcessPayment(-10) menghasilkan error 'invalid amount' seketika pada boundary validasi.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Assertion Gateway Call: Assertion mock.ChargedMoney.Amount == 0 membuktikan Charge() tidak pernah disentuh sama sekali.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Cost &amp; Traffic Saving: Mencegah overhead biaya API call vendor dan transmisi data yang ditakdirkan gagal sejak awal.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Kombinasi assertion error dan pemeriksaan nilai 0 pada mock membuktikan bahwa validasi pre-check berhasil menghentikan alur sebelum mencapai lapisan infrastruktur.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Asserting zero interaction with downstream services proves boundary validation effectiveness.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tests/processor_test.go:47-59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Desain Rasional: Value Object Bebas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Money dan DTO murni dibuat langsung tanpa melewati container injector.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VALUE OBJECT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Data Murni Tanpa Efek: Struct Money{Amount, Currency} tidak berinteraksi dengan database, network, atau state eksternal.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Bahaya Over-Injection: Memasukkan struct data ke dalam container DI menambah layer indirection tanpa keuntungan testability.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Heuristik Desain: Gunakan DI untuk Service ber-efek samping (I/O); gunakan direct instantiation untuk data value murni.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Kesalahan umum pemula adalah menginjeksikan segalanya. Value object seperti Money, Date, atau Alamat adalah representasi data murni yang harus diinstansiasi langsung.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Inject services that cross boundaries; instantiate pure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internal/di/gateway.go:5-9 • internal/di/processor.go:19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Bahaya Service Locator: PSR-11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Menyuntikkan container ke domain menyamarkan dependensi dan merusak pengujian.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DAMPAK NEGATIF SERVICE LOCATOR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Pelanggaran PSR-11: Standar PHP-FIG PSR-11 menegaskan: 'Users SHOULD NOT pass a container into an object'.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Double-Mocking Overhead: Pengujian BadProcessor mewajibkan pembuatan MockContainer hanya untuk mengembalikan MockGateway.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Kopling ke API Container: Kelas bisnis menjadi terikat pada method GetPaymentGateway() milik container, bukan antarmuka generik.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Service Locator adalah ilusi decoupling. Alih-alih terikat pada RealGateway, kelas justru terikat erat pada API Container yang lebih rumit untuk di-mock.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Passing a container to domain logic replaces one tight coupling with an even broader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 • tests/processor_test.go:61-108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Checklist Adopsi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Panduan langkah praktis menerapkan DI yang bersih pada proyek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CHECKLIST ARSITEKTUR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Deklarasikan dependensi sebagai interface, bukan tipe struct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Constructor Injection sebagai standar default; tolak setter opsional.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Pusatkan instansiasi objek konkret hanya pada Composition Root (main.go).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Jangan pernah mengoper Container atau Service Locator ke dalam domain logic.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Instansiasi struct data murni (Value Objects) langsung tanpa melalui DI.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Pastikan setiap method bisnis memiliki unit test dengan test double terisolasi.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Checklist ini menjadi panduan praktis dalam code review untuk mencegah bocornya dependensi konkret ke dalam domain logic tim.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Follow a disciplined checklist to keep architectural boundaries clean and tests fast.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content/02-master-draft.md:155-167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Tiga Anti-Pattern Umum Seputar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Kesalahan arsitektural yang sering ditemui saat mengadopsi pola injeksi.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ANTI-PATTERN UTAMA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Constructor Bloat: Konstruktor dengan belasan parameter adalah sinyal kuat pelanggaran Single Responsibility (SRP).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Service Locator Disguise: Membungkus dependensi ke dalam satu Map atau Container serbaguna demi menyederhanakan signature ctor.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Over-Abstracting Everything: Membuat interface untuk setiap kelas tanpa pernah memiliki lebih dari satu implementasi atau kebutuhan mock.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bukan alasan untuk membiarkan sebuah kelas menangani terlalu banyak hal. Jika parameter konstruktor membengkak, solusinya adalah memecah kelas, bukan memakai Service Locator.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bloat is a design warning: split the class, don't hide the bloat in a container.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content/02-master-draft.md:135-146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Suite Pengujian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Verifikasi seluruh invarian dependency injection secara mandiri di mesin lokal.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labs/16-dependency-injection</a:t>
            </a:r>
            <a:br/>
            <a:r>
              <a:t>go test -v ./...       # Verifikasi 6 skenario test suite</a:t>
            </a:r>
            <a:br/>
            <a:r>
              <a:t>go test -race ./...    # Verifikasi thread-safety zero data race</a:t>
            </a:r>
            <a:br/>
            <a:r>
              <a:t>go run ./cmd/demo      # Eksekusi demo komparasi Ctor vs Locator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sepenuhnya berbasis Go standard library tanpa external dependencies. Seluruh verifikasi dapat direproduksi dalam hitungan detik di lingkungan apa pun.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Zero-dependency standard tests guarantee instant, reproducible verification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 • go.mod • 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Prinsip Arsitektur: Hollywood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Don't call us, we'll call you — membalikkan arah kendali dependensi sistem.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REKAYASA PERANGKAT LUNAK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Inversion of Control: Logika bisnis fokus mengeksekusi use case; framework/assembler yang menyediakan instrumen.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Program to Interfaces: Modul tingkat tinggi tidak boleh bergantung pada modul tingkat rendah.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Evolvability: Kemampuan menukar provider atau infrastruktur tanpa memicu modifikasi pada logika inti domain.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Dependency Injection adalah perwujudan konkret dari Dependency Inversion Principle. Dengan membalik kontrol pembuatan objek, sistem menjadi adaptif terhadap perubahan zaman.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Invert the control of construction to protect domain logic from infrastructure churn.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Pisahkan perakitan dari pemakaian; isolasi logika dari infrastruktur.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Separate configuration from use: outside world assembles, inner logic executes.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https://github.com/lukman-ss/software-engineering-lab/tree/main/labs/16-dependency-injection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8678a90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Dependency Injection • Inversion of Control • Go • Test Doubles • Software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