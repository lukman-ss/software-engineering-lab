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Dependency Injection</a:t>
            </a:r>
          </a:p>
          <a:p/>
          <a:p>
            <a:r>
              <a:t>[]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Kegagalan Komponen Tanpa DI</a:t>
            </a:r>
          </a:p>
          <a:p/>
          <a:p>
            <a:r>
              <a:t>[MASALAH NYATA]</a:t>
            </a:r>
          </a:p>
          <a:p>
            <a:r>
              <a:t>- Komponen menginisialisasi dependensi internal secara langsung.</a:t>
            </a:r>
          </a:p>
          <a:p>
            <a:r>
              <a:t>- Mocking menjadi mustahil, sehingga unit test tidak isolasi.</a:t>
            </a:r>
          </a:p>
          <a:p>
            <a:r>
              <a:t>- Perubahan implementasi memaksa rebuild seluruh service.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Refactor Manual Cepat Menyisakan Leak</a:t>
            </a:r>
          </a:p>
          <a:p/>
          <a:p>
            <a:r>
              <a:t>[KEGAGALAN]</a:t>
            </a:r>
          </a:p>
          <a:p>
            <a:r>
              <a:t>- Instansi tetap dibuat di tempat lama.</a:t>
            </a:r>
          </a:p>
          <a:p>
            <a:r>
              <a:t>- Provider tidak di‑update, menyebabkan nil panic.</a:t>
            </a:r>
          </a:p>
          <a:p>
            <a:r>
              <a:t>- Tidak ada compile‑time guard untuk missing bindings.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Graf DI sebagai DAG</a:t>
            </a:r>
          </a:p>
          <a:p/>
          <a:p>
            <a:r>
              <a:t>[DI Graph]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Alur Injeksi</a:t>
            </a:r>
          </a:p>
          <a:p/>
          <a:p>
            <a:r>
              <a:t>[]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Contoh Provider</a:t>
            </a:r>
          </a:p>
          <a:p/>
          <a:p>
            <a:r>
              <a:t>[]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Path Failure: Missing Binding</a:t>
            </a:r>
          </a:p>
          <a:p/>
          <a:p>
            <a:r>
              <a:t>[Alur]</a:t>
            </a:r>
          </a:p>
          <a:p>
            <a:r>
              <a:t>- Consumer requests InterfaceX.</a:t>
            </a:r>
          </a:p>
          <a:p>
            <a:r>
              <a:t>- Resolver looks up binding → not found.</a:t>
            </a:r>
          </a:p>
          <a:p>
            <a:r>
              <a:t>- panic: no provider for InterfaceX.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DI vs Tanpa DI</a:t>
            </a:r>
          </a:p>
          <a:p/>
          <a:p>
            <a:r>
              <a:t>[]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3 Keputusan Kunci</a:t>
            </a:r>
          </a:p>
          <a:p/>
          <a:p>
            <a:r>
              <a:t>[]</a:t>
            </a:r>
          </a:p>
          <a:p>
            <a:r>
              <a:t>- Bind per request vs singleton.</a:t>
            </a:r>
          </a:p>
          <a:p>
            <a:r>
              <a:t>- Prefer interface over concrete.</a:t>
            </a:r>
          </a:p>
          <a:p>
            <a:r>
              <a:t>- Use lazy provider for heavy deps.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Demo Terminal</a:t>
            </a:r>
          </a:p>
          <a:p/>
          <a:p>
            <a:r>
              <a:t>[]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Yang Tidak Dibuktikan</a:t>
            </a:r>
          </a:p>
          <a:p/>
          <a:p>
            <a:r>
              <a:t>[]</a:t>
            </a:r>
          </a:p>
          <a:p>
            <a:r>
              <a:t>- Performance impact not measured</a:t>
            </a:r>
          </a:p>
          <a:p>
            <a:r>
              <a:t>- Runtime errors beyond binding not covered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Keuntungan vs Overhead</a:t>
            </a:r>
          </a:p>
          <a:p/>
          <a:p>
            <a:r>
              <a:t>[]</a:t>
            </a:r>
          </a:p>
          <a:p>
            <a:r>
              <a:t>- Improved testability</a:t>
            </a:r>
          </a:p>
          <a:p>
            <a:r>
              <a:t>- Slight latency</a:t>
            </a:r>
          </a:p>
          <a:p>
            <a:r>
              <a:t>- More boilerplate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Goroutine Safe Registry</a:t>
            </a:r>
          </a:p>
          <a:p/>
          <a:p>
            <a:r>
              <a:t>[]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Sebelum &amp; Sesudah</a:t>
            </a:r>
          </a:p>
          <a:p/>
          <a:p>
            <a:r>
              <a:t>[]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Test Coverage</a:t>
            </a:r>
          </a:p>
          <a:p/>
          <a:p>
            <a:r>
              <a:t>[]</a:t>
            </a:r>
          </a:p>
          <a:p>
            <a:r>
              <a:t>- Key assertion from processor_test.go</a:t>
            </a:r>
          </a:p>
          <a:p>
            <a:r>
              <a:t>- Demonstrates mock replacement</a:t>
            </a:r>
          </a:p>
          <a:p>
            <a:r>
              <a:t>- Shows panic recovery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Mock Injection</a:t>
            </a:r>
          </a:p>
          <a:p/>
          <a:p>
            <a:r>
              <a:t>[]</a:t>
            </a:r>
          </a:p>
          <a:p>
            <a:r>
              <a:t>- Key assertion from processor_test.go</a:t>
            </a:r>
          </a:p>
          <a:p>
            <a:r>
              <a:t>- Demonstrates mock replacement</a:t>
            </a:r>
          </a:p>
          <a:p>
            <a:r>
              <a:t>- Shows panic recovery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Error Propagation</a:t>
            </a:r>
          </a:p>
          <a:p/>
          <a:p>
            <a:r>
              <a:t>[]</a:t>
            </a:r>
          </a:p>
          <a:p>
            <a:r>
              <a:t>- Key assertion from processor_test.go</a:t>
            </a:r>
          </a:p>
          <a:p>
            <a:r>
              <a:t>- Demonstrates mock replacement</a:t>
            </a:r>
          </a:p>
          <a:p>
            <a:r>
              <a:t>- Shows panic recovery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Performance Benchmark</a:t>
            </a:r>
          </a:p>
          <a:p/>
          <a:p>
            <a:r>
              <a:t>[]</a:t>
            </a:r>
          </a:p>
          <a:p>
            <a:r>
              <a:t>- Key assertion from processor_test.go</a:t>
            </a:r>
          </a:p>
          <a:p>
            <a:r>
              <a:t>- Demonstrates mock replacement</a:t>
            </a:r>
          </a:p>
          <a:p>
            <a:r>
              <a:t>- Shows panic recovery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Reflection Safety</a:t>
            </a:r>
          </a:p>
          <a:p/>
          <a:p>
            <a:r>
              <a:t>[]</a:t>
            </a:r>
          </a:p>
          <a:p>
            <a:r>
              <a:t>- Key assertion from processor_test.go</a:t>
            </a:r>
          </a:p>
          <a:p>
            <a:r>
              <a:t>- Demonstrates mock replacement</a:t>
            </a:r>
          </a:p>
          <a:p>
            <a:r>
              <a:t>- Shows panic recovery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Implementasi DI</a:t>
            </a:r>
          </a:p>
          <a:p/>
          <a:p>
            <a:r>
              <a:t>[]</a:t>
            </a:r>
          </a:p>
          <a:p>
            <a:r>
              <a:t>- Define interfaces</a:t>
            </a:r>
          </a:p>
          <a:p>
            <a:r>
              <a:t>- Create providers</a:t>
            </a:r>
          </a:p>
          <a:p>
            <a:r>
              <a:t>- Register in Registry</a:t>
            </a:r>
          </a:p>
          <a:p>
            <a:r>
              <a:t>- Resolve in consumers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Service Locator Abuse</a:t>
            </a:r>
          </a:p>
          <a:p/>
          <a:p>
            <a:r>
              <a:t>[]</a:t>
            </a:r>
          </a:p>
          <a:p>
            <a:r>
              <a:t>- Hard to track actual wiring</a:t>
            </a:r>
          </a:p>
          <a:p>
            <a:r>
              <a:t>- Testing suffers</a:t>
            </a:r>
          </a:p>
          <a:p>
            <a:r>
              <a:t>- Prefer constructor injection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Perintah Utama</a:t>
            </a:r>
          </a:p>
          <a:p/>
          <a:p>
            <a:r>
              <a:t>[]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Inversi Dependensi Sepanjang Siklus Hidup</a:t>
            </a:r>
          </a:p>
          <a:p/>
          <a:p>
            <a:r>
              <a:t>[]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Terima Kasih</a:t>
            </a:r>
          </a:p>
          <a:p/>
          <a:p>
            <a:r>
              <a:t>[]</a:t>
            </a:r>
          </a:p>
          <a:p>
            <a:r>
              <a:t>- Commit: $(git rev-parse --short HEAD)</a:t>
            </a:r>
          </a:p>
          <a:p>
            <a:r>
              <a:t>- © Lukman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Injeksi Dependensi dengan Go Interfaces &amp; Provider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97706"/>
                </a:solidFill>
              </a:defRPr>
            </a:pPr>
            <a:r>
              <a:t>Lukman / lukman-ss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Kegagalan Komponen Tanpa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Hard‑coded dependencies menyebabkan test flakiness &amp; scaling issues.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MASALAH NYATA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Komponen menginisialisasi dependensi internal secara langsung.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Mocking menjadi mustahil, sehingga unit test tidak isolasi.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Perubahan implementasi memaksa rebuild seluruh service.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Komponen menginisialisasi dependensi internal secara langsung. Mocking menjadi mustahil, sehingga unit test tidak isolasi. Perubahan implementasi memaksa rebuild seluruh service.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Refactor Manual Cepat Menyisakan Leak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Developer mengganti konstruktor tapi melupakan wiring di provider.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KEGAGALAN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Instansi tetap dibuat di tempat lama.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Provider tidak di‑update, menyebabkan nil panic.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ada compile‑time guard untuk missing bindings.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Instansi tetap dibuat di tempat lama. Provider tidak di‑update, menyebabkan nil panic. Tidak ada compile‑time guard untuk missing bindings.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Graf DI sebagai 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Nodes = Interfaces, Edges = Providers, acyclic guarantee.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DI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Alur Injeksi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Parser → Provider Registry → Resolver → Consumer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Contoh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Registrasi sederhana dengan func.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Path Failure: Missing Binding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Resolver panic when binding absent.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ALUR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Consumer requests InterfaceX.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Resolver looks up binding → not found.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panic: no provider for InterfaceX.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Consumer requests InterfaceX. Resolver looks up binding → not found. panic: no provider for InterfaceX.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DI vs Tanpa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Efek pada testability &amp; startup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3 Keputusan Kunci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When to bind, scope, and replace.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Bind per request vs singleton.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Prefer interface over concrete.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Use lazy provider for heavy deps.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Bind per request vs singleton. Prefer interface over concrete. Use lazy provider for heavy deps.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Demo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Running demo shows injected service prints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Yang Tidak Dibuktikan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DI tidak mengatasi network latency.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Performance impact not measured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Runtime errors beyond binding not covered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Performance impact not measured Runtime errors beyond binding not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Keuntungan vs Overhead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Cleaner code vs extra indirection.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Improved testability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Slight latency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More boilerplate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Improved testability Slight latency More boilerplate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Goroutine Safe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Mutex protects binding map.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Sebelum &amp; Sesudah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Hard‑coded vs injected.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Test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Key assertion from processor_test.go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Demonstrates mock replacement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Shows panic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Key assertion from processor_test.go Demonstrates mock replacement Shows panic recovery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Mock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Key assertion from processor_test.go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Demonstrates mock replacement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Shows panic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Key assertion from processor_test.go Demonstrates mock replacement Shows panic recovery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Error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Key assertion from processor_test.go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Demonstrates mock replacement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Shows panic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Key assertion from processor_test.go Demonstrates mock replacement Shows panic recovery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Performance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Key assertion from processor_test.go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Demonstrates mock replacement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Shows panic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Key assertion from processor_test.go Demonstrates mock replacement Shows panic recovery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Reflection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Key assertion from processor_test.go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Demonstrates mock replacement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Shows panic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Key assertion from processor_test.go Demonstrates mock replacement Shows panic recovery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Implementasi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Langkah‑langkah siap.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Define interfaces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Create providers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Register in Registry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Resolve in consumers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Define interfaces Create providers Register in Registry Resolve in consumers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Service Locator Abuse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Global locator hides dependencies.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Hard to track actual wiring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Testing suffers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Prefer constructor 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Hard to track actual wiring Testing suffers Prefer constructor injection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Perintah Utama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go run cmd/demo/main.go &amp;&amp; go test ./...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Inversi Dependensi Sepanjang Siklus Hidup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Keep abstractions stable, implementations fluid.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Software Engineering Lab 16 - Dependency Injection</a:t>
            </a:r>
          </a:p>
          <a:p>
            <a:pPr>
              <a:defRPr sz="1200">
                <a:solidFill>
                  <a:srgbClr val="CBD5E1"/>
                </a:solidFill>
              </a:defRPr>
            </a:pPr>
          </a:p>
          <a:p>
            <a:br/>
            <a:pPr>
              <a:defRPr sz="1100" b="1">
                <a:solidFill>
                  <a:srgbClr val="20C997"/>
                </a:solidFill>
              </a:defRPr>
            </a:pPr>
            <a:r>
              <a:t>REPOSITORY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github.com/lukman-ss/software-engineering-lab/tree/main/labs/16-dependency-injection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Lukman / lukman-ss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Sumber: commit $(git 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Test passing dan diverifikasi (Race-Clean Go 1.22).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Simulasi in-memory Store; membuktikan reduksi O(N) ke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DI • Go • Interfaces • Provider • Testability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09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