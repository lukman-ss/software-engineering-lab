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Architecture Decision Record</a:t>
            </a:r>
          </a:p>
          <a:p/>
          <a:p>
            <a:r>
              <a:t>[]</a:t>
            </a:r>
          </a:p>
          <a:p>
            <a:r>
              <a:t>- DAG node tree showing ADR decision lineage with Superseded/Supersedes links</a:t>
            </a:r>
          </a:p>
          <a:p>
            <a:r>
              <a:t>- Three connected boxes: ADR 1 (Superseded) → ADR 2 (Accepted) ← ADR 3 (Rejected)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Konteks Arsitektur Hilang Tanpa Jejak</a:t>
            </a:r>
          </a:p>
          <a:p/>
          <a:p>
            <a:r>
              <a:t>Mental Model: Architectural context without structural records becomes tribal knowledge.</a:t>
            </a:r>
          </a:p>
          <a:p/>
          <a:p>
            <a:r>
              <a:t>[MASALAH NYATA]</a:t>
            </a:r>
          </a:p>
          <a:p>
            <a:r>
              <a:t>- Keputusan arsitektur diambil via chat atau meeting tanpa catatan formal.</a:t>
            </a:r>
          </a:p>
          <a:p>
            <a:r>
              <a:t>- Pertanyaan berulang muncul di review kode: mengapa sistem dibangun begini?</a:t>
            </a:r>
          </a:p>
          <a:p>
            <a:r>
              <a:t>- ADR lama tidak diperbarui, sehingga status dokumen berbeda dari kode aktual.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Review Manual Melewatkan Relasi Supersesi</a:t>
            </a:r>
          </a:p>
          <a:p/>
          <a:p>
            <a:r>
              <a:t>Mental Model: Manual review catches content typos but misses broken relationship links.</a:t>
            </a:r>
          </a:p>
          <a:p/>
          <a:p>
            <a:r>
              <a:t>[KEGAGALAN REVIEW MANUAL]</a:t>
            </a:r>
          </a:p>
          <a:p>
            <a:r>
              <a:t>- ADR baru menyatakan menggantikan ADR lama, tetapi ADR lama tidak diubah.</a:t>
            </a:r>
          </a:p>
          <a:p>
            <a:r>
              <a:t>- ADR lama tetap bertanda aktif padahal keputusannya sudah ditinggalkan.</a:t>
            </a:r>
          </a:p>
          <a:p>
            <a:r>
              <a:t>- Tautan referensi menunjuk ke nomor yang salah tanpa disadari.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ADR Bukan Dokumen, Tapi Record</a:t>
            </a:r>
          </a:p>
          <a:p/>
          <a:p>
            <a:r>
              <a:t>Mental Model: ADR is structured data first, human narrative second.</a:t>
            </a:r>
          </a:p>
          <a:p/>
          <a:p>
            <a:r>
              <a:t>[PRINSIP INTI]</a:t>
            </a:r>
          </a:p>
          <a:p>
            <a:r>
              <a:t>- ADR diperlakukan sebagai data terstruktur, bukan sekadar teks bebas.</a:t>
            </a:r>
          </a:p>
          <a:p>
            <a:r>
              <a:t>- Field kunci diekstrak: ID, Judul, Status, SupersededBy, dan Supersedes.</a:t>
            </a:r>
          </a:p>
          <a:p>
            <a:r>
              <a:t>- Mesin memvalidasi konsistensi; manusia tetap menulis esensi keputusannya.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Pipeline Validasi Empat Tahap</a:t>
            </a:r>
          </a:p>
          <a:p/>
          <a:p>
            <a:r>
              <a:t>Mental Model: Separate parsing from validation: simple stages create reliable checks.</a:t>
            </a:r>
          </a:p>
          <a:p/>
          <a:p>
            <a:r>
              <a:t>[]</a:t>
            </a:r>
          </a:p>
          <a:p>
            <a:r>
              <a:t>- Markdown Files | Format teks mentah</a:t>
            </a:r>
          </a:p>
          <a:p>
            <a:r>
              <a:t>- adr.Parser | Ekstraksi struct Record</a:t>
            </a:r>
          </a:p>
          <a:p>
            <a:r>
              <a:t>- adr.Linter | Aturan &amp; integritas graf</a:t>
            </a:r>
          </a:p>
          <a:p>
            <a:r>
              <a:t>- Laporan Error | Deteksi inkonsistensi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Struct Record: Fondasi Validasi Data</a:t>
            </a:r>
          </a:p>
          <a:p/>
          <a:p>
            <a:r>
              <a:t>Mental Model: Explicit fields over implicit conventions enable automated linting.</a:t>
            </a:r>
          </a:p>
          <a:p/>
          <a:p>
            <a:r>
              <a:t>[MODELS.GO]</a:t>
            </a:r>
          </a:p>
          <a:p>
            <a:r>
              <a:t>- type Record struct {</a:t>
            </a:r>
          </a:p>
          <a:p>
            <a:r>
              <a:t>-     ID           int</a:t>
            </a:r>
          </a:p>
          <a:p>
            <a:r>
              <a:t>-     Title        string</a:t>
            </a:r>
          </a:p>
          <a:p>
            <a:r>
              <a:t>-     Status       Status</a:t>
            </a:r>
          </a:p>
          <a:p>
            <a:r>
              <a:t>-     SupersededBy int // 0 jika aktif</a:t>
            </a:r>
          </a:p>
          <a:p>
            <a:r>
              <a:t>-     Supersedes   int // 0 jika tidak menggantikan</a:t>
            </a:r>
          </a:p>
          <a:p>
            <a:r>
              <a:t>-     Content      string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Deteksi Tautan Supersesi Patah</a:t>
            </a:r>
          </a:p>
          <a:p/>
          <a:p>
            <a:r>
              <a:t>Mental Model: Dangling references are cheaper to catch at lint time than during incident review.</a:t>
            </a:r>
          </a:p>
          <a:p/>
          <a:p>
            <a:r>
              <a:t>[KASUS UJI: REFERENSI PATAH]</a:t>
            </a:r>
          </a:p>
          <a:p>
            <a:r>
              <a:t>- ADR 1: Status Superseded by 99</a:t>
            </a:r>
          </a:p>
          <a:p>
            <a:r>
              <a:t>- → Error: superseded by non-existent ADR 99</a:t>
            </a:r>
          </a:p>
          <a:p>
            <a:r>
              <a:t>- </a:t>
            </a:r>
          </a:p>
          <a:p>
            <a:r>
              <a:t>- ADR 1: Status Accepted, Supersedes: 99</a:t>
            </a:r>
          </a:p>
          <a:p>
            <a:r>
              <a:t>- → Error: supersedes non-existent ADR 99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Biaya Tersembunyi: Lineage Drift Menumpuk</a:t>
            </a:r>
          </a:p>
          <a:p/>
          <a:p>
            <a:r>
              <a:t>Mental Model: Lineage drift accumulates silently until a new decision depends on stale records.</a:t>
            </a:r>
          </a:p>
          <a:p/>
          <a:p>
            <a:r>
              <a:t>[DAMPAK DRIFT DOKUMEN]</a:t>
            </a:r>
          </a:p>
          <a:p>
            <a:r>
              <a:t>- Tahap | Deteksi | Dampak</a:t>
            </a:r>
          </a:p>
          <a:p>
            <a:r>
              <a:t>- CI Gate | Seketika | PR ditolak, feedback loop cepat</a:t>
            </a:r>
          </a:p>
          <a:p>
            <a:r>
              <a:t>- Review Manual | Mingguan | Tim bingung dokumen mana yang aktif</a:t>
            </a:r>
          </a:p>
          <a:p>
            <a:r>
              <a:t>- Insiden Sistem | Berbulan-bulan | Keputusan baru berpijak pada asumsi keliru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Skenario Demo: Tiga ADR Evolusi Arsitektur</a:t>
            </a:r>
          </a:p>
          <a:p/>
          <a:p>
            <a:r>
              <a:t>Mental Model: Three records demonstrate full lifecycle: active, superseded, and rejected.</a:t>
            </a:r>
          </a:p>
          <a:p/>
          <a:p>
            <a:r>
              <a:t>[]</a:t>
            </a:r>
          </a:p>
          <a:p>
            <a:r>
              <a:t>- ADR 0001: Modular Monolith</a:t>
            </a:r>
          </a:p>
          <a:p>
            <a:r>
              <a:t>- ADR 0002: Notification Microservice</a:t>
            </a:r>
          </a:p>
          <a:p>
            <a:r>
              <a:t>- ADR 0003: Event Sourcing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Output Demo: Validasi Integritas Lolos</a:t>
            </a:r>
          </a:p>
          <a:p/>
          <a:p>
            <a:r>
              <a:t>Mental Model: Clean output verifies structural consistency across the entire record set.</a:t>
            </a:r>
          </a:p>
          <a:p/>
          <a:p>
            <a:r>
              <a:t>[TERMINAL OUTPUT]</a:t>
            </a:r>
          </a:p>
          <a:p>
            <a:r>
              <a:t>- $ go run ./cmd/demo</a:t>
            </a:r>
          </a:p>
          <a:p>
            <a:r>
              <a:t>- Successfully parsed 3 ADRs:</a:t>
            </a:r>
          </a:p>
          <a:p>
            <a:r>
              <a:t>-   - [0001] Modular Monolith -&gt; Superseded by ADR 2</a:t>
            </a:r>
          </a:p>
          <a:p>
            <a:r>
              <a:t>-   - [0002] Notification Microservice -&gt; Supersedes ADR 1</a:t>
            </a:r>
          </a:p>
          <a:p>
            <a:r>
              <a:t>-   - [0003] Event Sourcing -&gt; Rejected</a:t>
            </a:r>
          </a:p>
          <a:p>
            <a:r>
              <a:t>- Running ADR Integrity Linter... Integrity check passed!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Lolos Linter Bukan Berarti Keputusan Benar</a:t>
            </a:r>
          </a:p>
          <a:p/>
          <a:p>
            <a:r>
              <a:t>Mental Model: Linter guarantees structural validity; human judgment ensures architectural soundness.</a:t>
            </a:r>
          </a:p>
          <a:p/>
          <a:p>
            <a:r>
              <a:t>[YANG DIBUKTIKAN LINTER]</a:t>
            </a:r>
          </a:p>
          <a:p>
            <a:r>
              <a:t>- Nomor ID berurutan tanpa celah.</a:t>
            </a:r>
          </a:p>
          <a:p>
            <a:r>
              <a:t>- Relasi timbal-balik utuh tanpa tautan gantung.</a:t>
            </a:r>
          </a:p>
          <a:p>
            <a:r>
              <a:t>- Tidak ada siklus ketergantungan antar-dokumen.</a:t>
            </a:r>
          </a:p>
          <a:p>
            <a:r>
              <a:t>[TETAP PERLU REVIEW MANUSIA]</a:t>
            </a:r>
          </a:p>
          <a:p>
            <a:r>
              <a:t>- Kebenaran argumen teknis di bagian Decision.</a:t>
            </a:r>
          </a:p>
          <a:p>
            <a:r>
              <a:t>- Apakah rancangan arsitektur tepat untuk kapasitas tim.</a:t>
            </a:r>
          </a:p>
          <a:p>
            <a:r>
              <a:t>- Evaluasi dampak performa dan biaya operasional sistem.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Trade-off: Struktur Baku vs Fleksibilitas</a:t>
            </a:r>
          </a:p>
          <a:p/>
          <a:p>
            <a:r>
              <a:t>Mental Model: Enforced structure trades narrative flexibility for automated verification.</a:t>
            </a:r>
          </a:p>
          <a:p/>
          <a:p>
            <a:r>
              <a:t>[STRUKTUR BAKU (LAB INI)]</a:t>
            </a:r>
          </a:p>
          <a:p>
            <a:r>
              <a:t>- Wajib tiga bagian: Context, Decision, Consequences.</a:t>
            </a:r>
          </a:p>
          <a:p>
            <a:r>
              <a:t>- Status dibatasi lima enum resmi.</a:t>
            </a:r>
          </a:p>
          <a:p>
            <a:r>
              <a:t>- Memungkinkan CI gate otomatis dan deterministik.</a:t>
            </a:r>
          </a:p>
          <a:p>
            <a:r>
              <a:t>[FLEKSIBILITAS YANG DIKORBANKAN]</a:t>
            </a:r>
          </a:p>
          <a:p>
            <a:r>
              <a:t>- Tidak mendukung format narasi paragraf bebas.</a:t>
            </a:r>
          </a:p>
          <a:p>
            <a:r>
              <a:t>- Memerlukan disiplin tim mengisi field relasi.</a:t>
            </a:r>
          </a:p>
          <a:p>
            <a:r>
              <a:t>- Perubahan format membutuhkan penyesuaian parser.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Validasi Paralel dengan Mutex</a:t>
            </a:r>
          </a:p>
          <a:p/>
          <a:p>
            <a:r>
              <a:t>Mental Model: Mutex-protected error aggregation keeps concurrent validation race-safe.</a:t>
            </a:r>
          </a:p>
          <a:p/>
          <a:p>
            <a:r>
              <a:t>[CONCURRENT LINTER PATTERN]</a:t>
            </a:r>
          </a:p>
          <a:p>
            <a:r>
              <a:t>- for _, r := range records {</a:t>
            </a:r>
          </a:p>
          <a:p>
            <a:r>
              <a:t>-     wg.Add(1)</a:t>
            </a:r>
          </a:p>
          <a:p>
            <a:r>
              <a:t>-     go func(rec *Record) {</a:t>
            </a:r>
          </a:p>
          <a:p>
            <a:r>
              <a:t>-         defer wg.Done()</a:t>
            </a:r>
          </a:p>
          <a:p>
            <a:r>
              <a:t>-         localErrs := validate(rec)</a:t>
            </a:r>
          </a:p>
          <a:p>
            <a:r>
              <a:t>-         mu.Lock()</a:t>
            </a:r>
          </a:p>
          <a:p>
            <a:r>
              <a:t>-         errs = append(errs, localErrs...)</a:t>
            </a:r>
          </a:p>
          <a:p>
            <a:r>
              <a:t>-         mu.Unlock()</a:t>
            </a:r>
          </a:p>
          <a:p>
            <a:r>
              <a:t>-     }(r)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Sebelum vs Sesudah Validasi Otomatis</a:t>
            </a:r>
          </a:p>
          <a:p/>
          <a:p>
            <a:r>
              <a:t>Mental Model: Automate mechanical relation checks to let reviewers focus on architectural depth.</a:t>
            </a:r>
          </a:p>
          <a:p/>
          <a:p>
            <a:r>
              <a:t>[REVIEW MANUAL (SEBELUM)]</a:t>
            </a:r>
          </a:p>
          <a:p>
            <a:r>
              <a:t>- Tautan supersesi sepihak sering terlewat.</a:t>
            </a:r>
          </a:p>
          <a:p>
            <a:r>
              <a:t>- Nomor meloncat sulit disadari saat banyak file.</a:t>
            </a:r>
          </a:p>
          <a:p>
            <a:r>
              <a:t>- Status non-standar masuk tanpa sengaja.</a:t>
            </a:r>
          </a:p>
          <a:p>
            <a:r>
              <a:t>[LINTER GATE (SESUDAH)]</a:t>
            </a:r>
          </a:p>
          <a:p>
            <a:r>
              <a:t>- Semua inkonsistensi ditolak otomatis di CI.</a:t>
            </a:r>
          </a:p>
          <a:p>
            <a:r>
              <a:t>- Nomor ID wajib monotonik dan teratur.</a:t>
            </a:r>
          </a:p>
          <a:p>
            <a:r>
              <a:t>- Relasi timbal-balik divalidasi deterministik.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Batasan Lab: Hanya Validasi Format</a:t>
            </a:r>
          </a:p>
          <a:p/>
          <a:p>
            <a:r>
              <a:t>Mental Model: Format validation ensures structural compliance, not business correctness.</a:t>
            </a:r>
          </a:p>
          <a:p/>
          <a:p>
            <a:r>
              <a:t>[YANG DIUJI DI LAB]</a:t>
            </a:r>
          </a:p>
          <a:p>
            <a:r>
              <a:t>- Ekstraksi regex dari string Markdown.</a:t>
            </a:r>
          </a:p>
          <a:p>
            <a:r>
              <a:t>- Pemeriksaan nomor urut dan relasi timbal-balik.</a:t>
            </a:r>
          </a:p>
          <a:p>
            <a:r>
              <a:t>- Deteksi siklus pada graf supersesi.</a:t>
            </a:r>
          </a:p>
          <a:p>
            <a:r>
              <a:t>[BATASAN BUKTI]</a:t>
            </a:r>
          </a:p>
          <a:p>
            <a:r>
              <a:t>- Tidak menilai kebenaran argumen keputusan.</a:t>
            </a:r>
          </a:p>
          <a:p>
            <a:r>
              <a:t>- Simulasi in-memory, bukan pembacaan ribuan berkas disk.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Kasus Batas: Menghentikan Fitur Tanpa ADR</a:t>
            </a:r>
          </a:p>
          <a:p/>
          <a:p>
            <a:r>
              <a:t>Mental Model: Feature deprecation requires an explicit ADR, not silent file deletion.</a:t>
            </a:r>
          </a:p>
          <a:p/>
          <a:p>
            <a:r>
              <a:t>[SKENARIO RISIKO]</a:t>
            </a:r>
          </a:p>
          <a:p>
            <a:r>
              <a:t>- Fitur dimatikan tetapi ADR tetap bertanda Accepted.</a:t>
            </a:r>
          </a:p>
          <a:p>
            <a:r>
              <a:t>- Engineer baru mengira fitur masih menjadi standar aktif.</a:t>
            </a:r>
          </a:p>
          <a:p>
            <a:r>
              <a:t>- Menghapus berkas justru menghilangkan riwayat konteks.</a:t>
            </a:r>
          </a:p>
          <a:p>
            <a:r>
              <a:t>- Solusi: wajibkan ADR baru berstatus Deprecated.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Bukti yang Divalidasi oleh Test Suite</a:t>
            </a:r>
          </a:p>
          <a:p/>
          <a:p>
            <a:r>
              <a:t>Mental Model: Tests verify structural logic against defined cases, not all team workflows.</a:t>
            </a:r>
          </a:p>
          <a:p/>
          <a:p>
            <a:r>
              <a:t>[FAKTA TEST SUITE]</a:t>
            </a:r>
          </a:p>
          <a:p>
            <a:r>
              <a:t>- Parser menolak status ilegal dan format tanpa judul.</a:t>
            </a:r>
          </a:p>
          <a:p>
            <a:r>
              <a:t>- Linter menangkap 7 skenario referensi patah dan tautan gantung.</a:t>
            </a:r>
          </a:p>
          <a:p>
            <a:r>
              <a:t>- Race detector bersih pada eksekusi pengujian konkuren.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Batas Integritas: Apa yang Tidak Diuji</a:t>
            </a:r>
          </a:p>
          <a:p/>
          <a:p>
            <a:r>
              <a:t>Mental Model: Passing tests confirm rule execution; production requires holistic architectural governance.</a:t>
            </a:r>
          </a:p>
          <a:p/>
          <a:p>
            <a:r>
              <a:t>[DI LUAR CAKUPAN PENGUJIAN]</a:t>
            </a:r>
          </a:p>
          <a:p>
            <a:r>
              <a:t>- Kebenaran konten teknis di dalam bagian Decision.</a:t>
            </a:r>
          </a:p>
          <a:p>
            <a:r>
              <a:t>- Disiplin tim dalam memperbarui ADR saat arsitektur bergeser.</a:t>
            </a:r>
          </a:p>
          <a:p>
            <a:r>
              <a:t>- Kesiapan sistem monolit atau microservice di production.</a:t>
            </a:r>
          </a:p>
          <a:p>
            <a:r>
              <a:t>- Performa I/O disk pada ribuan berkas dokumen.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Risiko Kepalsuan: Linter Hijau Bukan Aman</a:t>
            </a:r>
          </a:p>
          <a:p/>
          <a:p>
            <a:r>
              <a:t>Mental Model: Green linter verifies syntax; architectural soundness demands human scrutiny.</a:t>
            </a:r>
          </a:p>
          <a:p/>
          <a:p>
            <a:r>
              <a:t>[POTENSI KESALAHAN]</a:t>
            </a:r>
          </a:p>
          <a:p>
            <a:r>
              <a:t>- Dokumen lolos linter meski bagian Decision hanya teks formalitas.</a:t>
            </a:r>
          </a:p>
          <a:p>
            <a:r>
              <a:t>- Tim mengira arsitektur sudah matang hanya karena status CI hijau.</a:t>
            </a:r>
          </a:p>
          <a:p>
            <a:r>
              <a:t>- Mitigasi: pertahankan review arsitek untuk menilai substansi.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Panduan Implementasi Linter ADR di Tim</a:t>
            </a:r>
          </a:p>
          <a:p/>
          <a:p>
            <a:r>
              <a:t>Mental Model: Pair clear Markdown standards with automated CI gates to prevent drift.</a:t>
            </a:r>
          </a:p>
          <a:p/>
          <a:p>
            <a:r>
              <a:t>[LANGKAH KERJA]</a:t>
            </a:r>
          </a:p>
          <a:p>
            <a:r>
              <a:t>- Tetapkan template berkas: Context, Decision, Consequences.</a:t>
            </a:r>
          </a:p>
          <a:p>
            <a:r>
              <a:t>- Gunakan enum status resmi (Accepted, Superseded, Rejected).</a:t>
            </a:r>
          </a:p>
          <a:p>
            <a:r>
              <a:t>- Pasang parser dan linter pada CI gate pull request.</a:t>
            </a:r>
          </a:p>
          <a:p>
            <a:r>
              <a:t>- Larang edit retroaktif: keputusan baru wajib nomor baru.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Anti-Pattern: Kesalahan Adopsi ADR</a:t>
            </a:r>
          </a:p>
          <a:p/>
          <a:p>
            <a:r>
              <a:t>Mental Model: Never overwrite historical decisions; publish a new record to maintain lineage.</a:t>
            </a:r>
          </a:p>
          <a:p/>
          <a:p>
            <a:r>
              <a:t>[HINDARI POLA INI]</a:t>
            </a:r>
          </a:p>
          <a:p>
            <a:r>
              <a:t>- Menulis ADR untuk hal sepele seperti penamaan variabel.</a:t>
            </a:r>
          </a:p>
          <a:p>
            <a:r>
              <a:t>- Mengedit ADR Accepted diam-diam alih-alih membuat pengganti.</a:t>
            </a:r>
          </a:p>
          <a:p>
            <a:r>
              <a:t>- Membiarkan status Draft berbulan-bulan tanpa kejelasan.</a:t>
            </a:r>
          </a:p>
          <a:p>
            <a:r>
              <a:t>- Lupa mencatat nomor ADR pengganti saat membuat keputusan baru.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Reproduksi Mandiri di Mesin Lokal</a:t>
            </a:r>
          </a:p>
          <a:p/>
          <a:p>
            <a:r>
              <a:t>Mental Model: Zero-dependency tests ensure fast, repeatable verification on any developer machine.</a:t>
            </a:r>
          </a:p>
          <a:p/>
          <a:p>
            <a:r>
              <a:t>[COMMAND RUNNER]</a:t>
            </a:r>
          </a:p>
          <a:p>
            <a:r>
              <a:t>- cd labs/17-architecture-decision-record</a:t>
            </a:r>
          </a:p>
          <a:p>
            <a:r>
              <a:t>- go test -v ./...    # validasi parser &amp; linter</a:t>
            </a:r>
          </a:p>
          <a:p>
            <a:r>
              <a:t>- go test -race ./... # verifikasi race-free</a:t>
            </a:r>
          </a:p>
          <a:p>
            <a:r>
              <a:t>- go run ./cmd/demo   # jalankan simulasi 3 ADR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ADR Diubah Jadi Data yang Bisa Dicek</a:t>
            </a:r>
          </a:p>
          <a:p/>
          <a:p>
            <a:r>
              <a:t>Mental Model: Parser makes ADR structured; linter enforces rules. Decisions remain human.</a:t>
            </a:r>
          </a:p>
          <a:p/>
          <a:p>
            <a:r>
              <a:t>[PRINSIP REKAYASA]</a:t>
            </a:r>
          </a:p>
          <a:p>
            <a:r>
              <a:t>- ADR terstruktur memungkinkan verifikasi otomatis relasi dokumen.</a:t>
            </a:r>
          </a:p>
          <a:p>
            <a:r>
              <a:t>- Linter menutup kelalaian mekanis yang sering luput dari review manusia.</a:t>
            </a:r>
          </a:p>
          <a:p>
            <a:r>
              <a:t>- Format standar membantu review; kualitas keputusan tetap ditentukan isi ADR.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Parser membuat ADR terstruktur; linter baru memeriksa aturannya.</a:t>
            </a:r>
          </a:p>
          <a:p/>
          <a:p>
            <a:r>
              <a:t>Mental Model: Parser makes ADR machine-readable; linter enforces structural invariants. Human wisdom remains irreplaceable.</a:t>
            </a:r>
          </a:p>
          <a:p/>
          <a:p>
            <a:r>
              <a:t>[MODUL LAB]</a:t>
            </a:r>
          </a:p>
          <a:p>
            <a:r>
              <a:t>- internal/adr/models.go • internal/adr/parser.go • internal/adr/linter.go</a:t>
            </a:r>
          </a:p>
          <a:p>
            <a:r>
              <a:t>- cmd/demo/main.go • tests/parser_test.go • tests/linter_test.go</a:t>
            </a:r>
          </a:p>
          <a:p>
            <a:r>
              <a:t>- README.md • content/02-master-draft.md</a:t>
            </a:r>
          </a:p>
          <a:p>
            <a:r>
              <a:t>[VERIFIKASI &amp; STATUS]</a:t>
            </a:r>
          </a:p>
          <a:p>
            <a:r>
              <a:t>- Sumber: commit def0f5a</a:t>
            </a:r>
          </a:p>
          <a:p>
            <a:r>
              <a:t>- Test passing: 14 test cases, 0 failures.</a:t>
            </a:r>
          </a:p>
          <a:p>
            <a:r>
              <a:t>- Race detector: clean (go test -race ./...)</a:t>
            </a:r>
          </a:p>
          <a:p>
            <a:r>
              <a:t>- Simulasi in-memory string parsing; bukan proof production ADR governance completeness.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Architecture Decision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Parser &amp; Linter untuk Validasi Struktural Keputusan Arsitektur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17 --topic 'architecture-decision-record'</a:t>
            </a:r>
            <a:br/>
            <a:r>
              <a:t>&gt; author: Lukman / lukman-ss | status: PRODUCTION VERIFIED</a:t>
            </a:r>
            <a:br/>
            <a:r>
              <a:t>&gt; commit: def0f5a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Konteks Arsitektur Hilang Tanpa Jejak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Alasan teknis di balik keputusan kritis sering hilang saat tim bertumbuh.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MASALAH NYATA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Keputusan arsitektur diambil via chat atau meeting tanpa catatan formal.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Pertanyaan berulang muncul di review kode: mengapa sistem dibangun begini?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lama tidak diperbarui, sehingga status dokumen berbeda dari kode aktual.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Keputusan arsitektur sering lahir di chat atau meeting. Saat tim berubah, alasan awalnya hilang. ADR membuat alasan itu bisa ditelusuri lagi.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Architectural context without structural records becomes tribal knowledge.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Review Manual Melewatkan Relasi Supersesi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Reviewer manusia fokus pada isi teks, tetapi melewatkan sinkronisasi tautan dokumen.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KEGAGALAN REVIEW MANUAL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baru menyatakan menggantikan ADR lama, tetapi ADR lama tidak diubah.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lama tetap bertanda aktif padahal keputusannya sudah ditinggalkan.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Tautan referensi menunjuk ke nomor yang salah tanpa disadari.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Masalah terbesar review manual adalah supersesi yang tidak sinkron. ADR baru menyatakan menggantikan, tetapi ADR lama tetap bertanda aktif karena lupa diperbarui.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Manual review catches content typos but misses broken relationship links.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ADR Bukan Dokumen, Tapi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Parser memindahkan Markdown ke data terstruktur agar aturan bisa diperiksa mesin.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PRINSIP INTI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diperlakukan sebagai data terstruktur, bukan sekadar teks bebas.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Field kunci diekstrak: ID, Judul, Status, SupersededBy, dan Supersedes.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Mesin memvalidasi konsistensi; manusia tetap menulis esensi keputusannya.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ADR bukan sekadar dokumen naratif. Saat diubah menjadi struct Record, mesin bisa mengekstrak field kunci dan memeriksa konsistensi secara otomatis.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ADR is structured data first, human narrative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internal/adr/models.go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Pipeline Validasi Empat Tahap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Alur konversi dokumen ADR dari teks mentah hingga laporan integritas.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Markdown Files | Format teks mentah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adr.Parser | Ekstraksi struct Record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adr.Linter | Aturan &amp; integritas graf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Laporan Error | Deteksi inkonsistensi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Pipeline-nya sederhana: Markdown dibaca, field penting diekstrak, lalu linter memeriksa aturan graf.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Separate parsing from validation: simple stages create reliable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internal/adr/parser.go • internal/adr/linter.go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Struct Record: Fondasi Validasi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Field eksplisit membuat relasi antar-keputusan dapat diperiksa programmatically.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type Record struct {</a:t>
            </a:r>
            <a:br/>
            <a:r>
              <a:t>    ID           int</a:t>
            </a:r>
            <a:br/>
            <a:r>
              <a:t>    Title        string</a:t>
            </a:r>
            <a:br/>
            <a:r>
              <a:t>    Status       Status</a:t>
            </a:r>
            <a:br/>
            <a:r>
              <a:t>    SupersededBy int // 0 jika aktif</a:t>
            </a:r>
            <a:br/>
            <a:r>
              <a:t>    Supersedes   int // 0 jika tidak menggantikan</a:t>
            </a:r>
            <a:br/>
            <a:r>
              <a:t>    Content      string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Struct Record mendefinisikan field wajib secara eksplisit. Dengan integer dan enum, linter memeriksa aturan tanpa perlu menebak teks bebas.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Explicit fields over implicit conventions enable automated linting.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internal/adr/models.go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Deteksi Tautan Supersesi Patah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Linter langsung menolak referensi yang menunjuk ke nomor ADR yang tidak 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ADR 1: Status Superseded by 99</a:t>
            </a:r>
            <a:br/>
            <a:r>
              <a:t>→ Error: superseded by non-existent ADR 99</a:t>
            </a:r>
            <a:br/>
            <a:br/>
            <a:r>
              <a:t>ADR 1: Status Accepted, Supersedes: 99</a:t>
            </a:r>
            <a:br/>
            <a:r>
              <a:t>→ Error: supersedes non-existent ADR 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Linter memeriksa keberadaan setiap ID referensi. Jika ADR merujuk ke nomor yang belum ada, error spesifik langsung dihasilkan sebelum merger.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Dangling references are cheaper to catch at lint time than during incident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tests/linter_test.go:36-54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Biaya Tersembunyi: Lineage Drift Menumpuk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Ketiadaan linter tidak merusak build, tetapi merusak keputusan masa depan.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Tahap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Deteksi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Dampak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CI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Seketika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PR ditolak, feedback loop cepat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Review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Mingguan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Tim bingung dokumen mana yang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Insiden Sistem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Berbulan-bulan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Keputusan baru berpijak pada asumsi keliru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Masalah ADR rusak bukan langsung terlihat. Ia menumpuk sampai keputusan baru bergantung pada catatan lama yang salah.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Lineage drift accumulates silently until a new decision depends on stale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Skenario Demo: Tiga ADR Evolusi Arsitektur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Memodelkan evolusi dari monolit ke microservice dengan satu usulan ditolak.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0001: Modular Monolith (Superseded by ADR 2)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0002: Notification Microservice (Accepted • Supersedes ADR 1)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0003: Event Sourcing (Rejected • Biaya operasional tinggi)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Eksperimen memvalidasi tiga ADR nyata: monolit awal, service pengganti, dan usulan ditolak agar argumen penolakan tidak diperdebatkan ulang.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Three records demonstrate full lifecycle: active, superseded, and rejected.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cmd/demo/main.go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Output Demo: Validasi Integritas Lolos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Ketiga ADR berhasil diparse dan aturan relasi timbal-balik terpenuhi.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$ go run ./cmd/demo</a:t>
            </a:r>
            <a:br/>
            <a:r>
              <a:t>Successfully parsed 3 ADRs:</a:t>
            </a:r>
            <a:br/>
            <a:r>
              <a:t>  - [0001] Modular Monolith -&gt; Superseded by ADR 2</a:t>
            </a:r>
            <a:br/>
            <a:r>
              <a:t>  - [0002] Notification Microservice -&gt; Supersedes ADR 1</a:t>
            </a:r>
            <a:br/>
            <a:r>
              <a:t>  - [0003] Event Sourcing -&gt; Rejected</a:t>
            </a:r>
            <a:br/>
            <a:r>
              <a:t>Running ADR Integrity Linter... Integrity check passed!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CLI memverifikasi rantai silsilah: ADR 1 dan ADR 2 terhubung konsisten, nomor urut rapi, dan tidak ada siklus.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Clean output verifies structural consistency across the entire record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cmd/demo/main.go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Lolos Linter Bukan Berarti Keputusan Benar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Linter memverifikasi format data, bukan kebenaran arsitektur di dalamnya.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YANG DIBUKTIKAN LINTER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Nomor ID berurutan tanpa celah.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Relasi timbal-balik utuh tanpa tautan gantung.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ada siklus ketergantungan antar-dokumen.</a:t>
            </a:r>
          </a:p>
          <a:p>
            <a:pPr>
              <a:defRPr sz="1200" b="1">
                <a:solidFill>
                  <a:srgbClr val="087F76"/>
                </a:solidFill>
              </a:defRPr>
            </a:pPr>
            <a:r>
              <a:t>TETAP PERLU REVIEW MANUSIA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Kebenaran argumen teknis di bagian Decision.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Apakah rancangan arsitektur tepat untuk kapasitas tim.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Evaluasi dampak performa dan biaya operasional sistem.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Nomor ID berurutan tanpa celah. Relasi timbal-balik utuh tanpa tautan gantung. Tidak ada siklus ketergantungan antar-dokumen.</a:t>
            </a:r>
            <a:br/>
            <a:br/>
            <a:r>
              <a:t>Kebenaran argumen teknis di bagian Decision. Apakah rancangan arsitektur tepat untuk kapasitas tim. Evaluasi dampak performa dan biaya operasional sistem.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Linter guarantees structural validity; human judgment ensures architectural soundness.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engineering/03-execution-result.md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Trade-off: Struktur Baku vs Fleksibilitas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Penegakan format memudahkan otomasi, namun membatasi gaya penulisan bebas.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STRUKTUR BAKU (LAB INI)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Wajib tiga bagian: Context, Decision, Consequences.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Status dibatasi lima enum resmi.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Memungkinkan CI gate otomatis dan deterministik.</a:t>
            </a:r>
          </a:p>
          <a:p>
            <a:pPr>
              <a:defRPr sz="1200" b="1">
                <a:solidFill>
                  <a:srgbClr val="087F76"/>
                </a:solidFill>
              </a:defRPr>
            </a:pPr>
            <a:r>
              <a:t>FLEKSIBILITAS YANG DIKORBANKAN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mendukung format narasi paragraf bebas.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Memerlukan disiplin tim mengisi field relasi.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Perubahan format membutuhkan penyesuaian parser.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Wajib tiga bagian: Context, Decision, Consequences. Status dibatasi lima enum resmi. Memungkinkan CI gate otomatis dan deterministik.</a:t>
            </a:r>
            <a:br/>
            <a:br/>
            <a:r>
              <a:t>Tidak mendukung format narasi paragraf bebas. Memerlukan disiplin tim mengisi field relasi. Perubahan format membutuhkan penyesuaian parser.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Enforced structure trades narrative flexibility for automated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Validasi Paralel dengan Mutex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Setiap record divalidasi di goroutine terpisah; error dikumpulkan aman.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for _, r := range records {</a:t>
            </a:r>
            <a:br/>
            <a:r>
              <a:t>    wg.Add(1)</a:t>
            </a:r>
            <a:br/>
            <a:r>
              <a:t>    go func(rec *Record) {</a:t>
            </a:r>
            <a:br/>
            <a:r>
              <a:t>        defer wg.Done()</a:t>
            </a:r>
            <a:br/>
            <a:r>
              <a:t>        localErrs := validate(rec)</a:t>
            </a:r>
            <a:br/>
            <a:r>
              <a:t>        mu.Lock()</a:t>
            </a:r>
            <a:br/>
            <a:r>
              <a:t>        errs = append(errs, localErrs...)</a:t>
            </a:r>
            <a:br/>
            <a:r>
              <a:t>        mu.Unlock()</a:t>
            </a:r>
            <a:br/>
            <a:r>
              <a:t>    }(r)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Validasi paralel mengumpulkan error secara race-safe memakai mutex. Pola ini terbukti aman pada pengujian konkurensi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Mutex-protected error aggregation keeps concurrent validation race-safe.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internal/adr/linter.go:64-106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Sebelum vs Sesudah Validasi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Celah relasi mekanis yang sering luput ditutup oleh pengecekan linter.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REVIEW MANUAL (SEBELUM)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Tautan supersesi sepihak sering terlewat.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Nomor meloncat sulit disadari saat banyak file.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Status non-standar masuk tanpa sengaja.</a:t>
            </a:r>
          </a:p>
          <a:p>
            <a:pPr>
              <a:defRPr sz="1200" b="1">
                <a:solidFill>
                  <a:srgbClr val="087F76"/>
                </a:solidFill>
              </a:defRPr>
            </a:pPr>
            <a:r>
              <a:t>LINTER GATE (SESUDAH)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Semua inkonsistensi ditolak otomatis di CI.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Nomor ID wajib monotonik dan teratur.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Relasi timbal-balik divalidasi deterministik.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Tautan supersesi sepihak sering terlewat. Nomor meloncat sulit disadari saat banyak file. Status non-standar masuk tanpa sengaja.</a:t>
            </a:r>
            <a:br/>
            <a:br/>
            <a:r>
              <a:t>Semua inkonsistensi ditolak otomatis di CI. Nomor ID wajib monotonik dan teratur. Relasi timbal-balik divalidasi deterministik.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Automate mechanical relation checks to let reviewers focus on architectural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tests/linter_test.go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Batasan Lab: Hanya Validasi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Lab membuktikan parsing dan relasi; bukan kualitas keputusan arsitektur.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YANG DIUJI DI LAB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Ekstraksi regex dari string Markdown.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Pemeriksaan nomor urut dan relasi timbal-balik.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Deteksi siklus pada graf supersesi.</a:t>
            </a:r>
          </a:p>
          <a:p>
            <a:pPr>
              <a:defRPr sz="1200" b="1">
                <a:solidFill>
                  <a:srgbClr val="087F76"/>
                </a:solidFill>
              </a:defRPr>
            </a:pPr>
            <a:r>
              <a:t>BATASAN BUKTI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menilai kebenaran argumen keputusan.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Simulasi in-memory, bukan pembacaan ribuan berkas disk.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Ekstraksi regex dari string Markdown. Pemeriksaan nomor urut dan relasi timbal-balik. Deteksi siklus pada graf supersesi.</a:t>
            </a:r>
            <a:br/>
            <a:br/>
            <a:r>
              <a:t>Tidak menilai kebenaran argumen keputusan. Simulasi in-memory, bukan pembacaan ribuan berkas disk.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Format validation ensures structural compliance, not business correctness.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engineering-audit/04-docs-vs-code.md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Kasus Batas: Menghentikan Fitur Tanpa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Keputusan yang ditinggalkan tanpa status Deprecated memicu ambiguitas sistem.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SKENARIO RISIKO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Fitur dimatikan tetapi ADR tetap bertanda Accepted.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Engineer baru mengira fitur masih menjadi standar aktif.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Menghapus berkas justru menghilangkan riwayat konteks.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Solusi: wajibkan ADR baru berstatus Deprecated.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Menghentikan fitur tanpa ADR Deprecated menciptakan gap antara catatan dan kode aktual. Dokumen lama tetap terlihat aktif dan membingungkan tim berikutnya.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deprecation requires an explicit ADR, not silent file deletion.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Bukti yang Divalidasi oleh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Suite pengujian membuktikan aturan struktural pada skenario yang dirancang.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FAKTA TEST SUITE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Parser menolak status ilegal dan format tanpa judul.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Linter menangkap 7 skenario referensi patah dan tautan gantung.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Race detector bersih pada eksekusi pengujian konkuren.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membuktikan parser dan linter bekerja sesuai aturan pada skenario uji. Bukti ini menegaskan keandalan logika struktural, bukan jaminan semua kebutuhan tim terpenuhi.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Tests verify structural logic against defined cases, not all team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tests/parser_test.go • tests/linter_test.go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Batas Integritas: Apa yang Tidak Diuji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Test tidak menggantikan peninjauan arsitektur dan kebijakan kerja 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DI LUAR CAKUPAN PENGUJIAN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Kebenaran konten teknis di dalam bagian Decision.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Disiplin tim dalam memperbarui ADR saat arsitektur bergeser.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Kesiapan sistem monolit atau microservice di production.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Performa I/O disk pada ribuan berkas dokumen.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unit membuktikan aturan pada input tertentu. Keberhasilan test bukan bukti bahwa keputusan yang didokumentasikan sudah siap diterapkan di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Passing tests confirm rule execution; production requires holistic architectural governance.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engineering-audit/05-gaps.md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Risiko Kepalsuan: Linter Hijau Bukan 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Lolos validasi struktur dapat memberi rasa aman palsu jika argumen tidak dicek.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POTENSI KESALAHAN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Dokumen lolos linter meski bagian Decision hanya teks formalitas.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Tim mengira arsitektur sudah matang hanya karena status CI hijau.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Mitigasi: pertahankan review arsitek untuk menilai substansi.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Linter hijau hanya menjamin format valid, bukan kualitas desain. Jangan jadikan status lolos linter sebagai pengganti telaah arsitektur mendalam oleh engineer senior.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Green linter verifies syntax; architectural soundness demands human scrutiny.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engineering-audit/06-verdict.md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Panduan Implementasi Linter ADR di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Langkah praktis mengintegrasikan validasi dokumen ke dalam workflow repositori.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LANGKAH KERJA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Tetapkan template berkas: Context, Decision, Consequences.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Gunakan enum status resmi (Accepted, Superseded, Rejected).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Pasang parser dan linter pada CI gate pull request.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Larang edit retroaktif: keputusan baru wajib nomor baru.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Tetapkan template berkas: Context, Decision, Consequences. Gunakan enum status resmi (Accepted, Superseded, Rejected). Pasang parser dan linter pada CI gate pull request. Larang edit retroaktif: keputusan baru wajib nomor baru.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Pair clear Markdown standards with automated CI gates to prevent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engineering/02-implementation-notes.md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Anti-Pattern: Kesalahan Adopsi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Kebiasaan buruk yang merusak manfaat catatan keputusan arsitektur.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HINDARI POLA INI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Menulis ADR untuk hal sepele seperti penamaan variabel.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Mengedit ADR Accepted diam-diam alih-alih membuat pengganti.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Membiarkan status Draft berbulan-bulan tanpa kejelasan.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Lupa mencatat nomor ADR pengganti saat membuat keputusan baru.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Anti-pattern paling berbahaya adalah suntingan diam-diam pada keputusan lama. Hal ini menghapus riwayat pembelajaran tim dan memicu kebingungan bagi engineer baru.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Never overwrite historical decisions; publish a new record to maintain lineage.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Reproduksi Mandiri di Mesin Lokal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Eksperimen dijalankan dengan Go standard library tanpa dependency eksternal.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cd labs/17-architecture-decision-record</a:t>
            </a:r>
            <a:br/>
            <a:r>
              <a:t>go test -v ./...    # validasi parser &amp; linter</a:t>
            </a:r>
            <a:br/>
            <a:r>
              <a:t>go test -race ./... # verifikasi race-free</a:t>
            </a:r>
            <a:br/>
            <a:r>
              <a:t>go run ./cmd/demo   # jalankan simulasi 3 ADR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Lab ini zero-dependency dan dapat direproduksi langsung. Menjalankan demo dan test membuktikan parser dan linter bekerja secara mandiri di mesin lokal.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Zero-dependency tests ensure fast, repeatable verification on any developer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README.md • go.mod • tests/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ADR Diubah Jadi Data yang Bisa Dicek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Memindahkan keputusan arsitektur dari teks bebas ke struktur yang terverifikasi.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PRINSIP REKAYASA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ADR terstruktur memungkinkan verifikasi otomatis relasi dokumen.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Linter menutup kelalaian mekanis yang sering luput dari review manusia.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Format standar membantu review; kualitas keputusan tetap ditentukan isi ADR.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Nilai utama lab ini adalah menjadikan keputusan arsitektur sebagai data yang bisa diuji. Linter menjaga integritas silsilah dokumen, sementara manusia fokus pada kualitas keputusan.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Parser makes ADR structured; linter enforces rules. Decisions remain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content/05-key-takeaways.md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Parser membuat ADR terstruktur; linter baru memeriksa aturannya.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Parser makes ADR machine-readable; linter enforces structural invariants. Human wisdom remains irreplaceable.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Software Engineering Lab 17 - Architecture Decision Record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https://github.com/lukman-ss/software-engineering-lab/tree/main/labs/17-architecture-decision-record</a:t>
            </a:r>
          </a:p>
          <a:p>
            <a:br/>
            <a:pPr>
              <a:defRPr sz="1100" b="1">
                <a:solidFill>
                  <a:srgbClr val="20C997"/>
                </a:solidFill>
              </a:defRPr>
            </a:pPr>
            <a:r>
              <a:t>REPOSITORY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github.com/lukman-ss/software-engineering-lab/tree/main/labs/17-architecture-decision-record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Lukman / lukman-ss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Sumber: commit def0f5a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 passing dan diverifikasi (Race-Clean Go 1.22).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Simulasi in-memory Store; membuktikan reduksi O(N) ke O(1).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ADR • Parser • Linter • Go • Documentation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