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Slide: Architecture Decision Record - Software Engineering Lab 17 oleh Lukman / lukman-ss.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02 / 24: Masalah: Konteks Arsitektur yang Hilang di Masa Depan. Inti mental model: Architecture decisions must form an immutable, verifiable directed acyclic graph.. Sumber: README.md • internal/adr/models.go.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03 / 24: Mental Model: Keputusan Sebagai Kode Sumber di Git. Inti mental model: Record decisions in the repository where code lives, not in external disconnected wikis.. Sumber: 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04 / 24: Batasan: Kapan Keputusan Memerlukan ADR?. Inti mental model: Document architectural significance, not routine tactical code modifications.. Sumber: 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05 / 24: Lima Seksi Standar Dokumen MADR. Inti mental model: Standardized document anatomy guarantees completeness and prevents missing context.. Sumber: docs/adr/0001-use-modular-monolith.md.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06 / 24: Model Data Record dan Status Diskret di Go. Inti mental model: Typed structs and discrete status constants enforce compile-time domain integrity.. Sumber: internal/adr/models.go:6-25.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07 / 24: Siklus Hidup: State Machine Lima Status. Inti mental model: Clear state transitions prevent arbitrary informal statuses from creeping into Git.. Sumber: internal/adr/models.go:8-16.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08 / 24: Parser Markdown: Scanning Linier Hemat Memori. Inti mental model: Linear stream parsing extracts metadata with zero AST overhead.. Sumber: internal/adr/parser.go:18-35.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09 / 24: Ekstraksi Regex: Judul dan Nomor Monotonik. Inti mental model: Regular expressions enforce strict header formatting before domain processing.. Sumber: internal/adr/parser.go:12-16.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/ 24: Parsing Silsilah: Relasi Supersedes &amp; Superseded. Inti mental model: Lineage references build the nodes and edges of the decision dependency graph.. Sumber: internal/adr/parser.go:42-60.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/ 24: Model Linier vs Directed Acyclic Graph (DAG). Inti mental model: Architecture decisions evolve as a directed acyclic graph, not a disconnected flat list.. Sumber: 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/ 24: Empat Skenario Kerusakan Dokumen Manual. Inti mental model: Without automated linting, documentation repositories rapidly degrade into broken links.. Sumber: 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/ 24: Linter: Penegakan Penomoran Monotonik. Inti mental model: Monotonic sequence enforcement guarantees no architectural record is lost in Git history.. Sumber: internal/adr/linter.go:20-40.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/ 24: Validasi Timbal-Balik (Bidirectional Lineage). Inti mental model: Bidirectional reciprocal validation guarantees that decision graph edges are strictly symmetrical.. Sumber: internal/adr/linter.go:45-75.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/ 24: Konkurensi: Goroutine Memvalidasi Graf Simpul. Inti mental model: Parallelize node validation across Go routines for instant verification of large ADR trees.. Sumber: internal/adr/linter.go:50-65.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 / 24: Keamanan Thread: Mutex Mengunci Agregasi Error. Inti mental model: Mutex synchronization around shared error collectors ensures thread-safe diagnostic aggregation.. Sumber: internal/adr/linter.go:68-78.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 / 24: Cakupan Test Suites: 6 Assertion Parser. Inti mental model: Exhaustive parser tests verify both standard document parsing and graceful error rejection.. Sumber: tests/parser_test.go:15-80.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 / 24: Cakupan Test Suites: 8 Assertion Linter. Inti mental model: Multi-faceted linter assertions catch structural drift before changes reach production.. Sumber: tests/linter_test.go:20-110.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 / 24: Pemisahan Tanggung Jawab: Parser vs Linter. Inti mental model: Decouple syntax token parsing from whole-graph semantic rule evaluation.. Sumber: internal/adr/parser.go • linter.go.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 / 24: Nilai Strategis Status Rejected. Inti mental model: Documenting rejected architectural proposals saves hundreds of engineering hours in cyclical debates.. Sumber: content/02-master-draft.md.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 / 24: CLI Demo: Integrasi Langsung ke File System. Inti mental model: Simple CLI binaries easily integrate into Git pre-commit hooks and CI/CD pipelines.. Sumber: cmd/demo/main.go:15-40.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 / 24: Batas Bukti Implementasi Lab 17. Inti mental model: A rigorous engineering laboratory clearly demarcates its proof boundaries from production wrappers.. Sumber: README.md • tests/linter_test.go.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 / 24: Checklist Kualitas ADR Tim Engineering. Inti mental model: Systematic architectural checklists ensure decision records remain durable and auditable over decades.. Sumber: content/05-key-takeaways.md.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24: Penutup dan tautan repositori ke kode implementasi Lab 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ab-17-architecture-decision-record-cover-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Masalah: Konteks Arsitektur yang Hilang di Masa Depan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Tanpa catatan tertulis, alasan di balik keputusan teknis penting lenyap saat tim berganti.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MOTIVASI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Dokumen desain di wiki internal cepat usang (documentation drift) dan terpisah dari kode sumber aktual. Ketika insinyur baru bergabung, latar belakang arsitektur tidak lagi dapat dilacak.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DAMPAK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Tim mengulangi perdebatan teknis yang sama berulang kali atau membatalkan pola masa lalu secara terburu-buru tanpa memahami batasan awal yang memicunya.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Architecture decisions must form an immutable, verifiable directed acyclic graph.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README.md • internal/adr/models.go                                                                                                          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Mental Model: Keputusan Sebagai Kode Sumber di Git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Menyimpan ADR bersama kode memastikan review terintegrasi dan silsilah tidak terputus.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KO-LOKASI DENGAN KODE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ADR disimpan dalam format Markdown langsung di repositori Git (docs/adr/). ADR berevolusi melalui mekanisme Pull Request dan code review yang sama dengan kode aplikasi.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IMMUTABILITY KEPUTUSAN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Sekali disetujui, isi ADR tidak boleh disunting retroaktif untuk mengubah arah keputusan. Perubahan arsitektur dituangkan ke dalam ADR baru yang menunjuk ADR lama.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Record decisions in the repository where code lives, not in external disconnected wikis.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                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Batasan: Kapan Keputusan Memerlukan ADR?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ADR hanya dicadangkan untuk keputusan yang signifikan secara arsitektural.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TERMASUK KEPUTUSAN ARSITEKTUR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Struktur: Pemisahan domain dan batas modularitas</a:t>
            </a:r>
            <a:br/>
            <a:r>
              <a:t>• NFR: Skalabilitas, ketersediaan, toleransi beban</a:t>
            </a:r>
            <a:br/>
            <a:r>
              <a:t>• Dependensi: Pemilihan basis data, pustaka inti, atau runtime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DI LUAR CAKUPAN ADR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Refaktorisasi metode internal rutin</a:t>
            </a:r>
            <a:br/>
            <a:r>
              <a:t>• Standar penamaan variabel atau formatting</a:t>
            </a:r>
            <a:br/>
            <a:r>
              <a:t>• Perbaikan bug lokal tanpa dampak struktural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Document architectural significance, not routine tactical code modifications.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                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Lima Seksi Standar Dokumen MADR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Struktur terstandarisasi memastikan setiap catatan menangkap konteks secara utuh.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TIGA SEKSI AWAL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Title: Header H1 bernomor urut dan judul keputusan</a:t>
            </a:r>
            <a:br/>
            <a:r>
              <a:t>• Status: Status siklus hidup formal (Proposed/Accepted/dll)</a:t>
            </a:r>
            <a:br/>
            <a:r>
              <a:t>• Context: Latar belakang masalah, batasan, dan 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DUA SEKSI AKHIR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Decision: Kalimat aktif perubahan desain yang disepakati</a:t>
            </a:r>
            <a:br/>
            <a:r>
              <a:t>• Consequences: Rincian dampak positif, trade-off negatif, dan risiko netral yang harus ditanggung tim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Standardized document anatomy guarantees completeness and prevents missing context.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docs/adr/0001-use-modular-monolith.md                                                                                                          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Model Data Record dan Status Diskret di Go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Representasi memori dokumen ADR setelah dipindai oleh parser.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STRUKTUR DATA MEMORI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type Record struct {</a:t>
            </a:r>
            <a:br/>
            <a:r>
              <a:t>    ID           int</a:t>
            </a:r>
            <a:br/>
            <a:r>
              <a:t>    Title        string</a:t>
            </a:r>
            <a:br/>
            <a:r>
              <a:t>    Status       Status</a:t>
            </a:r>
            <a:br/>
            <a:r>
              <a:t>    SupersededBy int</a:t>
            </a:r>
            <a:br/>
            <a:r>
              <a:t>    Supersedes   int</a:t>
            </a:r>
            <a:br/>
            <a:r>
              <a:t>    Content      string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TIPE STATUS DISKRET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type Status string</a:t>
            </a:r>
            <a:br/>
            <a:br/>
            <a:r>
              <a:t>const (</a:t>
            </a:r>
            <a:br/>
            <a:r>
              <a:t>    StatusProposed   Status = "Proposed"</a:t>
            </a:r>
            <a:br/>
            <a:r>
              <a:t>    StatusAccepted   Status = "Accepted"</a:t>
            </a:r>
            <a:br/>
            <a:r>
              <a:t>    StatusSuperseded Status = "Superseded"</a:t>
            </a:r>
            <a:br/>
            <a:r>
              <a:t>    StatusDeprecated Status = "Deprecated"</a:t>
            </a:r>
            <a:br/>
            <a:r>
              <a:t>    StatusRejected   Status = "Rejected"</a:t>
            </a:r>
            <a:br/>
            <a:r>
              <a:t>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Typed structs and discrete status constants enforce compile-time domain integrity.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internal/adr/models.go:6-25                                                                                                          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Siklus Hidup: State Machine Lima Status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Mengatur alur mutasi status dari usulan hingga penghentian keputusan.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FASE AKTIF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Proposed: Usulan arsitektur dalam tahap peninjauan tim</a:t>
            </a:r>
            <a:br/>
            <a:r>
              <a:t>• Accepted: Keputusan resmi aktif yang mengikat desain sistem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FASE TERMINAL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Superseded: Keputusan lama digantikan oleh ADR baru</a:t>
            </a:r>
            <a:br/>
            <a:r>
              <a:t>• Deprecated: Keputusan ditinggalkan tanpa pengganti</a:t>
            </a:r>
            <a:br/>
            <a:r>
              <a:t>• Rejected: Usulan ditolak secara formal untuk cegah debat ulang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Clear state transitions prevent arbitrary informal statuses from creeping into Git.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internal/adr/models.go:8-16                                                                                                          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Parser Markdown: Scanning Linier Hemat Memori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Membaca dokumen baris demi baris menggunakan bufio.Scanner tanpa parsing AST berat.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ALUR SCANNER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scanner := bufio.NewScanner(reader)</a:t>
            </a:r>
            <a:br/>
            <a:r>
              <a:t>for scanner.Scan() {</a:t>
            </a:r>
            <a:br/>
            <a:r>
              <a:t>    line := strings.TrimSpace(scanner.Text())</a:t>
            </a:r>
            <a:br/>
            <a:r>
              <a:t>    // Ekstraksi regex per baris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EFISIENSI KOMPUTASI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Scanning baris per baris hemat alokasi heap dan beroperasi deterministik, memproses ratusan berkas ADR dalam hitungan milidetik tanpa dependensi library Markdown eksternal.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Linear stream parsing extracts metadata with zero AST overhead.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internal/adr/parser.go:18-35                                                                                                          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Ekstraksi Regex: Judul dan Nomor Monotonik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Memastikan judul tingkat satu mematuhi konvensi penomoran baku.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POLA REGEX JUDUL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var titleRegex = regexp.MustCompile(</a:t>
            </a:r>
            <a:br/>
            <a:r>
              <a:t>    `^#\s+(\d+)\.\s+(.+)$`)</a:t>
            </a:r>
            <a:br/>
            <a:r>
              <a:t>matches := titleRegex.FindStringSubmatch(line)</a:t>
            </a:r>
            <a:br/>
            <a:r>
              <a:t>if matches != nil {</a:t>
            </a:r>
            <a:br/>
            <a:r>
              <a:t>    record.ID, _ = strconv.Atoi(matches[1])</a:t>
            </a:r>
            <a:br/>
            <a:r>
              <a:t>    record.Title = matches[2]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VALIDASI STRUKTURAL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Setiap ADR wajib memiliki header H1 dengan nomor urut positif dan titik pemisah. Judul tanpa nomor langsung digagalkan dengan error deskriptif.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Regular expressions enforce strict header formatting before domain processing.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internal/adr/parser.go:12-16                                                                                                          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Parsing Silsilah: Relasi Supersedes &amp; Superseded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Mengekstrak tautan penggantian timbal-balik antar dokumen ADR.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SUPERSEDED BY METADATA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Status: Superseded by 2</a:t>
            </a:r>
            <a:br/>
            <a:r>
              <a:t>-&gt; record.Status = StatusSuperseded</a:t>
            </a:r>
            <a:br/>
            <a:r>
              <a:t>-&gt; record.SupersededBy =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SUPERSEDES METADATA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Supersedes: 1</a:t>
            </a:r>
            <a:br/>
            <a:r>
              <a:t>-&gt; record.Supersedes =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Lineage references build the nodes and edges of the decision dependency graph.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internal/adr/parser.go:42-60                                                                                                          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Model Linier vs Directed Acyclic Graph (DAG)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Bagaimana evolusi keputusan membentuk pohon silsilah berarah.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RANTAI EVOLUSI KEPUTUSAN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Keputusan arsitektur tidak berdiri sendiri secara linier. ADR 1 digantikan ADR 3, yang kelak digantikan ADR 7. Setiap simpul mencatat konteks pada masanya.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VISIBILITAS ARSITEKTUR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Insinyur baru dapat menelusuri riwayat evolusi dari keputusan fondasi hingga konfigurasi operasional aktif saat ini tanpa kebingungan.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Architecture decisions evolve as a directed acyclic graph, not a disconnected flat 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                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Empat Skenario Kerusakan Dokumen Manual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Jebakan yang tak terhindarkan jika repositori Markdown dikelola tanpa linter otomatis.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ANOMALI REFERENSI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Dangling Reference: Menyatakan "Superseded by 99", tetapi ADR 99 tidak ada</a:t>
            </a:r>
            <a:br/>
            <a:r>
              <a:t>• One-Sided Supersession: ADR 2 mengklaim "Supersedes 1", tetapi ADR 1 masih berstatus Accepted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ANOMALI URUTAN &amp; STATUS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Non-Monotonic: Penomoran melompat (1, 2, 4 tanpa ADR 3)</a:t>
            </a:r>
            <a:br/>
            <a:r>
              <a:t>• Invalid Status: Penggunaan status informal (Draft/Pending)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Without automated linting, documentation repositories rapidly degrade into broken links.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                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Linter: Penegakan Penomoran Monotonik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Memastikan rangkaian identitas ADR utuh tanpa celah penomoran.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ALGORITME VALIDASI URUTAN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sort.Slice(records, func(i, j int) bool {</a:t>
            </a:r>
            <a:br/>
            <a:r>
              <a:t>    return records[i].ID &lt; records[j].ID</a:t>
            </a:r>
            <a:br/>
            <a:r>
              <a:t>})</a:t>
            </a:r>
            <a:br/>
            <a:r>
              <a:t>for i, r := range records {</a:t>
            </a:r>
            <a:br/>
            <a:r>
              <a:t>    if r.ID != i+1 {</a:t>
            </a:r>
            <a:br/>
            <a:r>
              <a:t>        errs = append(errs, errNonMonotonic)</a:t>
            </a:r>
            <a:br/>
            <a:r>
              <a:t>    }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JAMINAN INTEGRITAS GIT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Memverifikasi tidak ada berkas ADR yang hilang, tertinggal, atau memiliki nomor ganda yang memicu kerancuan historis.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Monotonic sequence enforcement guarantees no architectural record is lost in Git history.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internal/adr/linter.go:20-40                                                                                                          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Validasi Timbal-Balik (Bidirectional Lineage)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Mengunci relasi dua arah antara keputusan lama dan keputusan penggantinya.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SISI ADR PENGGANTI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Jika ADR B mendeklarasikan "Supersedes: A", linter memverifikasi bahwa ADR A benar-benar berstatus Superseded dan menunjuk ke 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SISI ADR TERGANTIKAN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Jika ADR A berstatus "Superseded by B", linter memverifikasi bahwa ADR B benar-benar ada dan mendeklarasikan "Supersedes: A".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Bidirectional reciprocal validation guarantees that decision graph edges are strictly symmetrical.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internal/adr/linter.go:45-75                                                                                                          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Konkurensi: Goroutine Memvalidasi Graf Simpul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Memanfaatkan konkurensi native Go untuk validasi graf super cepat.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PEMBAGIAN GOROUTINE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var wg sync.WaitGroup</a:t>
            </a:r>
            <a:br/>
            <a:r>
              <a:t>for _, r := range records {</a:t>
            </a:r>
            <a:br/>
            <a:r>
              <a:t>    wg.Add(1)</a:t>
            </a:r>
            <a:br/>
            <a:r>
              <a:t>    go func(rec *Record) {</a:t>
            </a:r>
            <a:br/>
            <a:r>
              <a:t>        defer wg.Done()</a:t>
            </a:r>
            <a:br/>
            <a:r>
              <a:t>        // Validasi graf simpul timbal-balik</a:t>
            </a:r>
            <a:br/>
            <a:r>
              <a:t>    }(r)</a:t>
            </a:r>
            <a:br/>
            <a:r>
              <a:t>}</a:t>
            </a:r>
            <a:br/>
            <a:r>
              <a:t>wg.Wait()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LATENSI MINIMAL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Setiap simpul divalidasi secara paralel terhadap lookup map di memori. Ratusan berkas divalidasi dalam hitungan mikrodetik.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Parallelize node validation across Go routines for instant verification of large ADR trees.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internal/adr/linter.go:50-65                                                                                                          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Keamanan Thread: Mutex Mengunci Agregasi Error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Mencegah data race saat goroutine menemukan pelanggaran secara konkuren.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MUTEX SINKRONISASI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var mu sync.Mutex</a:t>
            </a:r>
            <a:br/>
            <a:br/>
            <a:r>
              <a:t>if err := validateLineage(rec); err != nil {</a:t>
            </a:r>
            <a:br/>
            <a:r>
              <a:t>    mu.Lock()</a:t>
            </a:r>
            <a:br/>
            <a:r>
              <a:t>    errs = append(errs, err)</a:t>
            </a:r>
            <a:br/>
            <a:r>
              <a:t>    mu.Unlock()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THROUGHPUT BERSIH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Koleksi error bersama aman dari manipulasi pointer konkurensi. Terbukti bersih dari data race saat diuji dengan go test -race.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Mutex synchronization around shared error collectors ensures thread-safe diagnostic aggregation.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internal/adr/linter.go:68-78                                                                                                          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Cakupan Test Suites: 6 Assertion Parser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Pengujian mendalam pada tests/parser_test.go membuktikan ketangguhan parsing.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TEST POSITIF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Proposed Doc: ID=1, Status=StatusProposed</a:t>
            </a:r>
            <a:br/>
            <a:r>
              <a:t>• Accepted Doc: ID=2, Status=StatusAccepted</a:t>
            </a:r>
            <a:br/>
            <a:r>
              <a:t>• Superseded Lineage: Ekstraksi SupersededBy=2 &amp; Supersedes=1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TEST NEGATIF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Invalid Title: Menolak header tanpa nomor urut bulat</a:t>
            </a:r>
            <a:br/>
            <a:r>
              <a:t>• Unknown Status: Menolak status di luar 5 status baku</a:t>
            </a:r>
            <a:br/>
            <a:r>
              <a:t>• Empty Content: Menangani dokumen kosong dengan aman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Exhaustive parser tests verify both standard document parsing and graceful error rejection.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tests/parser_test.go:15-80                                                                                                          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Cakupan Test Suites: 8 Assertion Linter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Pengujian pada tests/linter_test.go membuktikan seluruh skenario anomali graf.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TEST INTEGRITAS PENOMORAN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Monotonic Valid: Urutan 1..N sempurna (PASS)</a:t>
            </a:r>
            <a:br/>
            <a:r>
              <a:t>• Missing ID: Mendeteksi nomor lompat (1, 3)</a:t>
            </a:r>
            <a:br/>
            <a:r>
              <a:t>• Duplicate ID: Menolak dua file berebut nomor sama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TEST SILSILAH TIMBAL BALIK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Dangling Target: Menangkap Superseded by 99</a:t>
            </a:r>
            <a:br/>
            <a:r>
              <a:t>• One-Sided Supersede: Menggagalkan klaim sepihak</a:t>
            </a:r>
            <a:br/>
            <a:r>
              <a:t>• Concurrent Clean: Nol data race pada 100 record paralel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Multi-faceted linter assertions catch structural drift before changes reach production.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tests/linter_test.go:20-110                                                                                                          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Pemisahan Tanggung Jawab: Parser vs Linter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Menerapkan Single Responsibility Principle pada perancangan validator dokumen.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TANGGUNG JAWAB PARSER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Fokus murni memetakan teks Markdown mentah menjadi struct Record tanpa menghakimi validitas hubungan antardokumen.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TANGGUNG JAWAB LINTER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Fokus murni memvalidasi aturan bisnis agregat (urutan ID monotonik dan simetri graf referensi) dari slice []Record.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Decouple syntax token parsing from whole-graph semantic rule evaluation.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internal/adr/parser.go • linter.go                                                                                                          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Nilai Strategis Status Rejected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Mengapa mencatat usulan yang ditolak sama pentingnya dengan keputusan yang diterima.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PENGHEMATAN WAKTU TIM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Menghentikan perdebatan teknis berulang ("mengapa kita tidak memakai NoSQL?") setiap kali anggota tim baru bergabung.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DOKUMENTASI BUKTI EVALUASI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Menyimpan batasan beban atau hasil benchmark yang membuat opsi tersebut gugur, menjaga konsistensi arah arsitektur.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Documenting rejected architectural proposals saves hundreds of engineering hours in cyclical debates.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                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CLI Demo: Integrasi Langsung ke File System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cmd/demo/main.go memindai berkas Markdown nyata di folder docs/adr/.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PEMINDAIAN DIREKTORI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files, _ := filepath.Glob("docs/adr/*.md")</a:t>
            </a:r>
            <a:br/>
            <a:r>
              <a:t>for _, f := range files {</a:t>
            </a:r>
            <a:br/>
            <a:r>
              <a:t>    content, _ := os.ReadFile(f)</a:t>
            </a:r>
            <a:br/>
            <a:r>
              <a:t>    rec, _ := adr.Parse(string(content))</a:t>
            </a:r>
            <a:br/>
            <a:r>
              <a:t>    records = append(records, rec)</a:t>
            </a:r>
            <a:br/>
            <a:r>
              <a:t>}</a:t>
            </a:r>
            <a:br/>
            <a:r>
              <a:t>linter := adr.NewLinter()</a:t>
            </a:r>
            <a:br/>
            <a:r>
              <a:t>errs := linter.Lint(records)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PINTU GERBANG CI/CD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Mengembalikan exit code 1 jika ditemukan inkonsistensi, memblokir pull request yang merusak silsilah keputusan Git.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Simple CLI binaries easily integrate into Git pre-commit hooks and CI/CD pipelines.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cmd/demo/main.go:15-40                                                                                                          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Batas Bukti Implementasi Lab 17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Kejujuran teknis mengenai ruang lingkup pengujian yang dibuktikan dalam lab.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APA YANG DIBUKTIKAN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Algoritma parsing Markdown MADR lokal</a:t>
            </a:r>
            <a:br/>
            <a:r>
              <a:t>• Validasi urutan ID monotonik (1..N)</a:t>
            </a:r>
            <a:br/>
            <a:r>
              <a:t>• Validasi timbal-balik silsilah graf konkuren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DI LUAR BATAS LAB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• Tidak mencakup webhook GitHub Actions otomatis</a:t>
            </a:r>
            <a:br/>
            <a:r>
              <a:t>• Tidak mem-parsing format AsciiDoc</a:t>
            </a:r>
            <a:br/>
            <a:r>
              <a:t>• Tidak membangun visualizer diagram interaktif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A rigorous engineering laboratory clearly demarcates its proof boundaries from production wrappers.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README.md • tests/linter_test.go                                                                                                          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17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Checklist Kualitas ADR Tim Engineering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Panduan praktis bagi tim sebelum melakukan merge dokumen keputusan baru.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CHECKLIST FORMAT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1. Apakah 5 seksi wajib (Title, Status, Context, Decision, Consequences) lengkap?</a:t>
            </a:r>
            <a:br/>
            <a:r>
              <a:t>2. Apakah ID bertambah monotonik tanpa melompati nomor?</a:t>
            </a:r>
            <a:br/>
            <a:r>
              <a:t>3. Apakah status menggunakan 5 status formal?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CHECKLIST SILSILAH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4. Jika menggantikan keputusan lama, apakah tautan Supersedes dan Superseded by terpasang timbal-balik?</a:t>
            </a:r>
            <a:br/>
            <a:r>
              <a:t>5. Apakah ADR yang ditolak mencatat argumen penolakan?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Systematic architectural checklists ensure decision records remain durable and auditable over decades.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content/05-key-takeaways.md                                                                                                          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5EEAD4"/>
                </a:solidFill>
              </a:defRPr>
            </a:pPr>
            <a:r>
              <a:t>SOFTWARE ENGINEERING LAB | LAB 17</a:t>
            </a:r>
          </a:p>
          <a:p>
            <a:br/>
            <a:pPr>
              <a:defRPr b="1" sz="2800">
                <a:solidFill>
                  <a:srgbClr val="FFFFFF"/>
                </a:solidFill>
              </a:defRPr>
            </a:pPr>
            <a:r>
              <a:t>Kunci Silsilah Desain, Validasi Immutability Git.</a:t>
            </a:r>
          </a:p>
          <a:p>
            <a:pPr>
              <a:defRPr b="1" sz="1800">
                <a:solidFill>
                  <a:srgbClr val="5EEAD4"/>
                </a:solidFill>
              </a:defRPr>
            </a:pPr>
            <a:r>
              <a:t>Architecture decisions must form an immutable, verifiable directed acyclic graph.</a:t>
            </a:r>
            <a:br/>
          </a:p>
          <a:p>
            <a:pPr>
              <a:defRPr sz="1500">
                <a:solidFill>
                  <a:srgbClr val="E2E8F0"/>
                </a:solidFill>
              </a:defRPr>
            </a:pPr>
            <a:r>
              <a:t>Software Engineering Lab 17 — Architecture Decision Record</a:t>
            </a:r>
            <a:br/>
          </a:p>
          <a:p>
            <a:pPr>
              <a:defRPr sz="1200">
                <a:solidFill>
                  <a:srgbClr val="94A3B8"/>
                </a:solidFill>
              </a:defRPr>
            </a:pPr>
            <a:r>
              <a:t>internal/adr/models.go • internal/adr/parser.go • internal/adr/linter.go</a:t>
            </a:r>
            <a:br/>
            <a:r>
              <a:t>tests/parser_test.go • tests/linter_test.go • cmd/demo/main.go • README.md</a:t>
            </a:r>
            <a:br/>
          </a:p>
          <a:p>
            <a:pPr>
              <a:defRPr sz="1200">
                <a:solidFill>
                  <a:srgbClr val="CBD5E1"/>
                </a:solidFill>
              </a:defRPr>
            </a:pPr>
            <a:r>
              <a:t>REPOSITORY</a:t>
            </a:r>
            <a:br/>
            <a:r>
              <a:t>github.com/lukman-ss/software-engineering-lab/tree/main/labs/17-architecture-decision-record</a:t>
            </a:r>
            <a:br/>
          </a:p>
          <a:p>
            <a:pPr>
              <a:defRPr b="1" sz="1800">
                <a:solidFill>
                  <a:srgbClr val="F6AD55"/>
                </a:solidFill>
              </a:defRPr>
            </a:pPr>
            <a:r>
              <a:t>Lukman / lukman-ss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Sumber: commit eb612371e53183397649b7091a33d4068f70a7cb • Verified Go 1.22 (Race-Clean)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